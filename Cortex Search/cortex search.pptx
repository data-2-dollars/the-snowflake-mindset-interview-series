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6A80AE-0464-2518-3584-55B1C376DA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61017A-9CBC-6916-6ABE-F85DBDACC9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7B0845-A4AC-A78B-842D-BD7DCC686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6A6EC3-5DC8-40DA-8778-7871AA521F1A}" type="datetimeFigureOut">
              <a:rPr lang="en-IN" smtClean="0"/>
              <a:t>12-09-2026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F8B1AF-5F06-9A8A-5A2A-B90C1608F2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523BEB-9AF8-1889-CC5F-9C543D8D7A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CAC26F-9511-474D-B3B3-E44E8E1550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0343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79CD2F-92F7-59FE-9561-2CE7A841D3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FDEFD0-E3D7-DDBB-3E17-2FA57C3EB6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D6D341-4601-3141-2877-600E514DE9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6A6EC3-5DC8-40DA-8778-7871AA521F1A}" type="datetimeFigureOut">
              <a:rPr lang="en-IN" smtClean="0"/>
              <a:t>12-09-2026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ABB2EC-A361-28E1-45C2-8896BFF67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E52064-1438-893B-89E2-53120C7D22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CAC26F-9511-474D-B3B3-E44E8E1550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26957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2E2F4E-BF34-F2AB-6EF7-AA81A46341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AA47CB-F73E-6462-4ACB-CA67A07673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FAB54C-0CF1-8905-0615-161B5D3CC6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6A6EC3-5DC8-40DA-8778-7871AA521F1A}" type="datetimeFigureOut">
              <a:rPr lang="en-IN" smtClean="0"/>
              <a:t>12-09-2026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468FDC-C766-F1F7-3D21-7296426DE0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33F1DB-F7DA-588D-E63B-808C57ABBC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CAC26F-9511-474D-B3B3-E44E8E1550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85738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269727-F496-2FEE-3DB3-137B3EAD37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6B4373-28C7-F0C4-1B94-35705972DA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DFD6B7-B3F7-1E91-DF2B-AAF910EC68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080F2F-2D6E-2EA7-21EB-2AF5970448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6A6EC3-5DC8-40DA-8778-7871AA521F1A}" type="datetimeFigureOut">
              <a:rPr lang="en-IN" smtClean="0"/>
              <a:t>12-09-2026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BBAAD3-70A8-86E1-F132-32F13F16F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172CB0-3A98-75FB-1490-05B783CFDB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CAC26F-9511-474D-B3B3-E44E8E1550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68147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E315C-A1EC-2B77-43F2-9EC5CE6575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EAF9FF-9674-72C1-B39C-99843452AF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4DCFA6-0EF4-CB73-93E4-43524DDFB8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A2D327-7980-FF3B-E5E5-68B654C65E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4952B0B-F0F2-F720-7922-A0FB7F3958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53F25DA-EA4D-A422-3480-B371E5A0D4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6A6EC3-5DC8-40DA-8778-7871AA521F1A}" type="datetimeFigureOut">
              <a:rPr lang="en-IN" smtClean="0"/>
              <a:t>12-09-2026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E0DB4C8-9C29-3B4B-1589-93CB688DE8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CE061F-CD29-358A-A9FA-15E7CB9F2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CAC26F-9511-474D-B3B3-E44E8E1550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51140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EB253-4FC7-4FC2-E641-9A6823C025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2DBFF4C-BEDE-6F0E-DB31-A400329B6A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6A6EC3-5DC8-40DA-8778-7871AA521F1A}" type="datetimeFigureOut">
              <a:rPr lang="en-IN" smtClean="0"/>
              <a:t>12-09-2026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AAB80D-516E-F40C-3903-F1F128BEC9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78E6CA-3D08-C387-FE8E-F0078ABA2C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CAC26F-9511-474D-B3B3-E44E8E1550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88362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43B28CE-1EFF-64FE-EB19-6C3876F962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6A6EC3-5DC8-40DA-8778-7871AA521F1A}" type="datetimeFigureOut">
              <a:rPr lang="en-IN" smtClean="0"/>
              <a:t>12-09-2026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A1B9D04-AEE7-7CA4-BB63-0C35347343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AA1567-1C88-40DC-44D3-F793AAB64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CAC26F-9511-474D-B3B3-E44E8E1550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58099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ABFB5E-9F19-1608-8230-FA062EAAD7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D4488B-7CCC-4E72-266E-376D34CFE7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0A7855-E3BE-FA9E-908A-CD87A1A4D4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80A705-3CBF-9096-1209-DB1C068DF4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6A6EC3-5DC8-40DA-8778-7871AA521F1A}" type="datetimeFigureOut">
              <a:rPr lang="en-IN" smtClean="0"/>
              <a:t>12-09-2026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425A89-AD59-951A-BDB8-E85421D127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487E6C-CB81-3657-452E-E74C65306A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CAC26F-9511-474D-B3B3-E44E8E1550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40702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D1BCA0-3D8B-BBE2-8524-CAD8DC7312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528985E-A67F-AD5D-7168-5BF5062DC7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468607-2791-AD06-B8B7-AF3E7DA4C4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5BF1EB-5AF8-BCBE-C50C-BBFD02E60B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6A6EC3-5DC8-40DA-8778-7871AA521F1A}" type="datetimeFigureOut">
              <a:rPr lang="en-IN" smtClean="0"/>
              <a:t>12-09-2026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9A9C67-EDF1-66CA-6D4F-1108A4A54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A8FAB8-3983-FADC-0E9F-9C5D586DB9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CAC26F-9511-474D-B3B3-E44E8E1550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2728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C5C538-9278-39AC-E861-58F5CA185E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3EAAB2-273F-9554-F76D-28D8290C11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18D67C-675D-5737-CCF4-E674952E0C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6A6EC3-5DC8-40DA-8778-7871AA521F1A}" type="datetimeFigureOut">
              <a:rPr lang="en-IN" smtClean="0"/>
              <a:t>12-09-2026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794A8F-71E2-E57A-6ADD-43DEE023D2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F9724F-469D-AEF9-CA53-84A2CB12F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CAC26F-9511-474D-B3B3-E44E8E1550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16458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87B34D7-1135-B823-A64B-C7A44F8C9AB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D53AF9-FF7E-57C0-4FF0-D281AEBA60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B1CAD9-CC60-7BA5-0A9E-062DE32506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6A6EC3-5DC8-40DA-8778-7871AA521F1A}" type="datetimeFigureOut">
              <a:rPr lang="en-IN" smtClean="0"/>
              <a:t>12-09-2026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C4265E-AF3D-0986-2D22-7196A3742E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79B8A3-0237-8509-9917-207D6F14CE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CAC26F-9511-474D-B3B3-E44E8E1550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02896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21FB982-F5FA-61C0-9D4E-128650CA3E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8FC3FF-36F2-13ED-55C4-DB7EC172FC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E74660-1B9F-327D-3415-349A932A84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6A6EC3-5DC8-40DA-8778-7871AA521F1A}" type="datetimeFigureOut">
              <a:rPr lang="en-IN" smtClean="0"/>
              <a:t>12-09-2026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4C9C18-B9BD-E6BE-D3C8-F9FB7AEE22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524BDB-B9C6-9392-395E-42E0028EBB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CAC26F-9511-474D-B3B3-E44E8E1550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94554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C94D957-480C-7200-8643-470DC3BFB1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4239" y="1173284"/>
            <a:ext cx="7643522" cy="4511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72632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8EF1A34-DA8D-B24C-77F9-8D05C41218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75" y="754148"/>
            <a:ext cx="12116850" cy="5349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88837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B40F85B-0EB4-805A-EAB0-35D950060E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721" y="309937"/>
            <a:ext cx="10219306" cy="3406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48481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Jaswinder Singh</dc:creator>
  <cp:lastModifiedBy>Jaswinder Singh</cp:lastModifiedBy>
  <cp:revision>1</cp:revision>
  <dcterms:created xsi:type="dcterms:W3CDTF">2026-09-12T12:25:17Z</dcterms:created>
  <dcterms:modified xsi:type="dcterms:W3CDTF">2026-09-12T12:26:12Z</dcterms:modified>
</cp:coreProperties>
</file>