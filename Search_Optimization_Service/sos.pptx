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22904-E1B7-DA37-9F8A-DAE3D41D80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F52226-6E09-08C7-F0CC-046C93239B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A06A9-9479-DA0E-073B-3543B7314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F1939-88F9-4089-A548-A3980647FD08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F4C707-DEF2-737C-FDDC-07E061C00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B5DFCE-C9F2-467E-01A8-B086063DA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16691-E228-46FB-898E-C9CC89B205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9652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63099-109A-40C1-4A22-A1878729D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DBFA09-A074-A12A-D13E-C6BBF07C1C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E60AD3-458C-CBB8-BBDB-6A7ECC57A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F1939-88F9-4089-A548-A3980647FD08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D97BA4-BC20-B5F2-7A3C-6340FC0DC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B581BB-7A21-D8EA-AB32-3E5F60A67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16691-E228-46FB-898E-C9CC89B205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7390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728B6-D5ED-F550-DE7D-26E8B057B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3E137E-4E59-31DE-4E30-B49B2EED2D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D2E76C-2313-78EB-7BEF-DEDAF5CAD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F1939-88F9-4089-A548-A3980647FD08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A96AB-016F-8C54-9505-884A2B313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E8BA1F-BDA0-D27F-397B-66A7A393D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16691-E228-46FB-898E-C9CC89B205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0600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2AEA1-DD26-D5AE-06B9-7C979F11C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3AFC0E-ACEE-4A4D-8935-915D3BBC1F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D83837-4EDC-D2AF-EE4C-4AB233D019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DF1BFD-DC12-F4A0-4ACF-49E5F9687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F1939-88F9-4089-A548-A3980647FD08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01FF8E-EFA0-5FD8-BC76-2B01D79BC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322FFA-6A6C-2590-DD7D-CCE8CF1A0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16691-E228-46FB-898E-C9CC89B205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6928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BA424-87FB-0973-CDEA-C8B7CB6FE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1E1DD5-99D3-8ED4-E303-C5A2A979B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1A9DC4-7D66-1422-B950-484FF42478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EA6EF0-029A-64D2-6A3E-8E64305C41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EB66DE-78FB-B17E-807B-83A1BB2C23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CF8090-77F0-089A-3176-918AF8EA1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F1939-88F9-4089-A548-A3980647FD08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D7DDB3-65B2-4EFC-03B2-93B3DB5E5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23236D-576C-7F13-D481-BA276439E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16691-E228-46FB-898E-C9CC89B205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956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8CF85-4E62-F6EC-6EC6-B50EF6836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06BED1-5755-6E6B-1F5B-5D50A41D1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F1939-88F9-4089-A548-A3980647FD08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4FB93B-4D11-D385-7EF7-B0778A2C6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30495A-B9B9-BB67-61EE-4C16FCDD2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16691-E228-46FB-898E-C9CC89B205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3250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E6170A-CFAE-C7CA-83F5-1025F24C9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F1939-88F9-4089-A548-A3980647FD08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C26CA4-E8EA-6EA3-E73E-23D7D8034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3FF75C-FD6F-5619-471C-5262C32DF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16691-E228-46FB-898E-C9CC89B205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330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CE2BB-BE18-3801-5E1F-D3E28EA7F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52751-8207-DF53-B15D-F410BD3CF0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8AA4F5-E222-4CC8-07D3-90B0B92DE8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B4A554-E8FE-12DA-EF54-2D533E98A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F1939-88F9-4089-A548-A3980647FD08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419675-00F4-9B36-540C-5AE8BE925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BBCED9-EF7C-EB98-5230-67E17C54D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16691-E228-46FB-898E-C9CC89B205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7329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328FA-83A6-C7CF-6E39-C284C2FFC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B76603-03D2-4930-19E1-523385101E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856762-E7D4-C239-82E2-341FE54AB0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84BE86-68E4-90AD-506F-26379ABA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F1939-88F9-4089-A548-A3980647FD08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CC7642-DDFB-578E-6DDE-4E4EA4442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93EC9D-7ACC-373E-85BE-A4370E22F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16691-E228-46FB-898E-C9CC89B205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444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B50A7-630A-5811-FFF0-D856CC962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4D2BA7-C21D-3C8D-701E-922462C6DA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22286A-B7AB-A6E1-DAC9-22B6EA668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F1939-88F9-4089-A548-A3980647FD08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98E22-22D7-D688-2589-329DC4915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A58637-14F2-7A71-ADFB-BC59C8E88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16691-E228-46FB-898E-C9CC89B205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2645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F19F49-1BFA-4030-30F9-6232114F24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CB0D93-42B4-229D-1031-E22C519743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765D44-66E3-632C-62C5-1403BE55A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F1939-88F9-4089-A548-A3980647FD08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3239C8-9D69-FC10-A2BA-50F03F48B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017655-4C93-B75F-187B-E02D28594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16691-E228-46FB-898E-C9CC89B205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524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E1B1E3-168B-E84D-4315-79EFEE38D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6AB396-576C-514A-C870-39504A11B5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1A7AA1-C87A-8BF8-9F9D-1733AF6A29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0F1939-88F9-4089-A548-A3980647FD08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42BCD5-74DE-18FC-954F-7878283F4E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FA72C6-40A7-110D-250B-D9CE33C923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116691-E228-46FB-898E-C9CC89B205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7505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BE47C2-E44F-E31C-0114-EA05C69AC2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178" y="1230439"/>
            <a:ext cx="11819644" cy="4397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95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3DBF71-BA6C-EE06-E2C7-C68EBBED1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5734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398148B-8BE6-79E7-5501-F054150381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2750" y="4372472"/>
            <a:ext cx="3659250" cy="248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190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Jaswinder Singh</dc:creator>
  <cp:lastModifiedBy>Jaswinder Singh</cp:lastModifiedBy>
  <cp:revision>1</cp:revision>
  <dcterms:created xsi:type="dcterms:W3CDTF">2026-08-06T15:51:19Z</dcterms:created>
  <dcterms:modified xsi:type="dcterms:W3CDTF">2026-08-06T15:52:33Z</dcterms:modified>
</cp:coreProperties>
</file>