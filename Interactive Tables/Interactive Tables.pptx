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EB01-E675-A38B-AEB6-ABB26C3E9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1C326-73C2-91CF-D3E8-564059698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ADCAB-56DB-334A-AC74-1A9A0ED0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9EAB-C58E-C5CB-6279-C4642E77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319C7-FEF4-D41B-982E-010B6CCD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80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170B-9F97-339A-822E-D45AE868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ED632-176B-AE6C-E0C8-DAB903487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BD27D-3F3A-DB05-01FE-E7ACFC4E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7287F-38E7-5C17-43B6-507537D3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A0A4A-29AC-A772-22EB-288AFBFB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65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216A-E83D-78F0-204E-177574A4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3408F-B047-868E-3D96-DC9566536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41B55-294A-2A24-BB34-FCC3BD99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2FCD3-BE72-D05A-C327-B22AD215C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5C53D-376C-75D4-4BBE-8E9EFDE1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48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8E636-24E4-668E-A718-67963873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F5A44-E5C2-32CD-D73C-863C64836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C7431-9A6D-935E-2FBA-B550A9DCC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E1420-4B59-5950-EDBE-9FA297F6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0ACCC-F281-41E1-12A4-689A51F5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F8938-3586-6F25-CBBD-8815EF51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95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9E3DA-1D5B-86F5-1ADC-C55B555C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9FBC1-BAA2-B1CE-65BB-41F455D1F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18B31-BF5E-B266-CE56-F509B28C7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B6314-C916-9D58-3BEA-42FC42D71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4C6D1-8C88-C746-F04D-89B804BE8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9D5188-459D-3631-1BF8-66B80327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C58E2-48D4-C4A7-B3EC-711CF744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78BA32-8F30-E3D1-C9D6-FBF0C750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4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D817-CA0F-EFE9-7605-3A84F3A4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6C6DD-6690-8CDB-AA00-F07FE331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499D9-2F7B-75CA-0374-10C8837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F51E6-C7D6-8F56-BC4B-F0E69696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78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13418-AB3B-2EA3-2DE2-76F378AA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66047-2453-CCE9-5740-A7DF0366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6F0AF-360A-BF76-5308-1676DB35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100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9C4BA-A908-BA25-CB6C-0AE0170E6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CB0F3-E57C-A4F6-05C0-A6CBA83EB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41B69-5B4F-3FFB-7FA5-D4077DF17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7D3DD-B1AF-B332-0AE8-98C02FBB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9A577-9E7E-C61C-EF6C-17A8E263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31771-113E-5D09-3CD7-CC7A530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45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2E60-1828-CFBD-B621-FEC1D3CF3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A06AD-59F4-E2EE-2448-374D3198B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3FD36-F2EA-84E9-11C1-5B994A2D2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1781A-1C2E-3C9A-0697-100B02EEB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EA87E-7929-E33C-8F95-16652BD47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ADAEF-9FE2-A682-3694-CAFF91A0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20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A0F8-98F5-1D5B-B73D-4FB34DBC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12CB3-05F9-8BF3-3842-0D77BF28E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79124-8575-2AC0-0E9C-43439E55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3F1E4-FAAB-9D0B-EB84-41C117D73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EAC2D-F1DB-741E-4FF4-945DC979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89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2DFCD-3346-AEA3-077C-F8148DBBB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5AFDF-2205-051D-33C6-21725EC34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062D9-2901-2778-9DB8-92B197969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D2F44-639B-0163-E0D8-2080B4F1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4BCFB-79C8-5710-BF60-9BE9BB6B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7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9415A6-781A-04C4-9F82-DA44234D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BD6A-81E8-C86F-DA10-2505FD43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41166-CE28-6413-8FA8-98297FD4A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EB650-C290-4EE2-B791-CF8F52FD2CB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D321B-3D55-0DC7-6066-000DEB747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06461-CDDA-D61E-C1BE-18627CBB4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3B87A-5A4C-4781-9FFD-4D0DFD43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62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30F7E7-72B6-BD4A-2F01-F27E1FB04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3" y="1230439"/>
            <a:ext cx="11697714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3C0389-D702-364A-D7ED-26E50DD4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4010"/>
            <a:ext cx="12192000" cy="398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38EDE-009D-4268-E8E5-9A74EA711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948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7C751F-2D9C-81F0-DEF2-33E7DBC73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33600"/>
            <a:ext cx="12192000" cy="212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10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2026-08-03T14:49:48Z</dcterms:created>
  <dcterms:modified xsi:type="dcterms:W3CDTF">2026-08-03T14:51:19Z</dcterms:modified>
</cp:coreProperties>
</file>