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77A03-AAA6-928D-A331-AC13081FD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1BAFC-72A9-164F-D8DD-9105278CA0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9FC117-6CA4-A768-E183-2C98C07C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A95AD-6A92-3AF0-6FEA-B21671F08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C0BE7-83B6-10D4-235A-D74B06ED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985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9E49-91ED-07AC-F5D1-24D62B42A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76075-9901-3FCC-3FC5-7721B9087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F7580-FCEC-6A88-CCBF-F269211C9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E6BE62-0D1B-92BA-B510-C59133544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143935-D959-2A09-3338-1C85793FF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210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AF9D-85B3-4FF8-FE33-525120E58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013D23-4E82-97C5-46E3-D68D7F615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E2024-1B6D-A69E-D4E9-86F882B58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BDCE4-0852-BA81-B37D-FEB3A65CE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26C6FD-344B-94DA-D0D8-CA96DF73A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0232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4F7D3-17FE-6A14-558D-6C3A74EA2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679E0-664E-C5C1-196B-44352502F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E4508-10C2-A3B9-FEBD-57540A965E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37208C-E081-CC74-1AAE-469CF79BB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B86A9-B5E8-2F6F-754F-FBFDCFA3C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DD836-BFE5-C191-3A08-6F3D47837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8237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8F682-815C-19E3-7154-4EB444C08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6B249D-90C6-104A-EFCA-9EF592141D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36BF8D-2134-8398-4ABA-557844ABB5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A3D2A-AC67-7C78-69B4-73B861D7B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FAB22D-F887-7C04-3F2F-64698BAE3E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49413-6E9E-1E41-39EF-3EF15A2C5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4EB589-DEFE-7D7C-22A5-4F4239CF9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9E96AE-A142-75F0-67C9-235A2BBD4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8412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2D26-61EE-6C8D-C107-116BAC81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CD78D9-76A0-1959-C59B-2432F940F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AFD8CB-44BE-3B03-0B5B-18EDEE568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55016-8516-36C4-060D-F7BD01E8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04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761248-4B13-5C82-B392-619282791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9C8472-3FDA-40CC-C454-EBD467175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08F38-C7D8-2F25-48C1-D92C76F5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94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DC5F-E633-A380-DD0E-D56999EE0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3D37C-98E6-1023-6D3E-DD829D9FB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180262-2B82-7664-4F01-9AE0059031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346751-98F4-2821-D77E-0E2202808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C3B77-3F6F-FE9F-38C9-44708B893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3C1745-6CDE-145E-7855-0D3D39004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87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8AA19-F0B1-90B3-491B-59EC185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2744B5-3AC7-57C0-FA04-AA8A6BA6EE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1FCC07-B40C-E46C-7C9A-5F336E2A6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2486D-6604-7C55-9668-FDE456E29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48AAD-4AED-2BA5-EC03-27055C230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B8A438-2922-D257-D780-A80DA2571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4510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45F8-EDA2-50F6-8BF2-20BAEC89A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A514C2-9564-5CF5-E797-41150DF715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77017-EFAC-23F1-649B-91EA16FD1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92ED40-88C1-A2C3-7E79-06D71294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DDFB9-EE22-C575-0106-898B15FD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298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102EB6-49B1-2E25-7F88-A0062A7AF6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D5C2A-B870-91F6-1BA2-D5B037E84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A0DF4-B691-8923-2A39-FA433EB54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BF4239-0F1B-0F45-C0DF-AF4E1D830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9625E-4C34-9986-4AE8-0AA7E6C8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5551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41DCB2-7CF1-247B-C128-89B7B7DE6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4BA796-B916-2189-4DB8-8DFCE2562D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FC19F-CF0C-D677-47C9-D3B9F133C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E1F20C-8E6F-4F20-BBD2-4F9FECD83FB5}" type="datetimeFigureOut">
              <a:rPr lang="en-IN" smtClean="0"/>
              <a:t>18-07-2026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04269-8698-0AC5-A508-D4E69D9FA4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675A0-EC4A-A5CB-E648-AE38D9253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1DFA8-4225-4EB3-967D-EED9CD21EC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751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71F5E4-5085-7A00-AA13-0B910C16E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588" y="1230439"/>
            <a:ext cx="10188823" cy="4397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7829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38D8BC-FF78-8B83-6441-4F16DB6344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847" y="1329508"/>
            <a:ext cx="10440305" cy="4198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59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D01B4C-F826-5E2F-3410-1738F021E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3475"/>
            <a:ext cx="12192000" cy="561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39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4DE65E-D79B-F55F-1C58-D2FCD5A108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64" y="1062785"/>
            <a:ext cx="11903472" cy="4732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558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3479FE-E95A-FEDD-355D-44FA71540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30" y="1455249"/>
            <a:ext cx="12002540" cy="3947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95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942291-16E1-E19E-0356-AF261FE4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6415" y="449322"/>
            <a:ext cx="9579170" cy="595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4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Jaswinder Singh</dc:creator>
  <cp:lastModifiedBy>Jaswinder Singh</cp:lastModifiedBy>
  <cp:revision>1</cp:revision>
  <dcterms:created xsi:type="dcterms:W3CDTF">2026-07-18T07:50:36Z</dcterms:created>
  <dcterms:modified xsi:type="dcterms:W3CDTF">2026-07-18T07:56:11Z</dcterms:modified>
</cp:coreProperties>
</file>