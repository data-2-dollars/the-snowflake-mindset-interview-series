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42FD5-0E0E-C2B1-E544-CF2304F94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C2B2F3-FFAC-EB01-BC51-56CDB8DAC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6B944-D1DB-4E04-36C9-644B4240D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0ED9-9BB7-43E4-B750-1621B551E5D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1EB0B-9B8C-4A3B-FC8A-D7DF91A6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EDCA3-1368-CE4A-8B01-3DCA4FF8B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863-AAE4-4D63-A9A6-8AAF9A3537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02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CBD84-DC6D-8CD3-A098-3C718AD6D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72262-F422-A27D-B10F-DA43C3006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CD78A-5361-CFA3-0FFD-6B15A0C71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0ED9-9BB7-43E4-B750-1621B551E5D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8C1B3-FE0A-A544-4709-292154FFF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F3EEC-9896-4095-C076-061A0AE7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863-AAE4-4D63-A9A6-8AAF9A3537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754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BFC5-9946-1292-0648-DB5C9ADC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E75E7-DDBF-DB0C-740B-FF7E169AF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828D7-A218-F1CC-58E4-63EFC8239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0ED9-9BB7-43E4-B750-1621B551E5D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9D39B-B124-BA86-63D6-240888991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D857D-432A-7815-3EA2-37D671AA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863-AAE4-4D63-A9A6-8AAF9A3537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152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FE31-900B-19EC-AEC3-7D9B3B5E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6238F-0B60-E484-8314-C7CA08888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3887A-C7B8-BE99-4280-A54CAF6C2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E816F-16C0-B74E-230C-4D8C9EC94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0ED9-9BB7-43E4-B750-1621B551E5D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8950B-DE66-A1FC-C337-71C5F530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9AC30-B589-DA8E-282A-C5D2C0B6C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863-AAE4-4D63-A9A6-8AAF9A3537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554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C817-483E-CBAA-2820-747B9FDFF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FFCF9-23EB-9A9D-0226-9DE89C6B4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0F296-59DD-1E40-F81E-44761C126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E54D7-BF4C-C0A6-AD07-FAD1E67DE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364E7F-45C8-3B23-60CD-C78A81DF17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4AE64E-0F77-550E-842F-418084A4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0ED9-9BB7-43E4-B750-1621B551E5D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3A476B-F8B9-12CB-2BD5-C243594F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43821-D5A0-18E2-44D7-F6B0E0837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863-AAE4-4D63-A9A6-8AAF9A3537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743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65897-DD2A-6C1B-FDB5-1A369CE7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133F2B-9FA1-9972-47B5-F1D6849D1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0ED9-9BB7-43E4-B750-1621B551E5D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0296B7-C265-D65B-3D18-EA38CD7D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F1D2C-6AF1-7EBA-2181-1A08C01C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863-AAE4-4D63-A9A6-8AAF9A3537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523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984181-E91A-4466-6E35-02E15B8FA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0ED9-9BB7-43E4-B750-1621B551E5D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878F9-8E51-ED4D-D55F-9B5D837E9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8826E-FE81-5142-D5D3-3E6F1A212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863-AAE4-4D63-A9A6-8AAF9A3537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900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C96C6-E7D4-E44D-4968-0DDD65895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511A8-34CF-860A-B393-BAF461566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D6B2B-09F6-4BFA-40A0-74F7E03E2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F3666-AC54-03FD-2339-CB72853A6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0ED9-9BB7-43E4-B750-1621B551E5D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C76D3-CC09-CCAC-3AAA-073376EE2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0C80E-F1A7-5A7A-3BD7-254AD5E4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863-AAE4-4D63-A9A6-8AAF9A3537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006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8942-C029-1386-E651-1C91A13DC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C25BE5-495B-CB8D-7E50-F8E8B65BD6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74076-19B3-5304-9535-E6E7574AF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9C2EB-5EF8-2D96-CB16-305B0640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0ED9-9BB7-43E4-B750-1621B551E5D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F08267-ADA4-81F6-A2C9-C5CF53355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0CBD8-AEC3-CF59-B993-C6A6B33CF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863-AAE4-4D63-A9A6-8AAF9A3537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041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BB78-261C-08B1-1549-C7B16C415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641EC5-6706-C8DA-9BC8-0494470AD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F30C3-04A6-46EB-B93F-DB0DCF748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0ED9-9BB7-43E4-B750-1621B551E5D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31CE0-33D2-32D7-A3E0-41882D30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4CB01-D6D0-0E44-F770-8295DE39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863-AAE4-4D63-A9A6-8AAF9A3537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75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113E53-8D70-82B2-FAEE-AB19E76772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CF6BC-0944-FCB9-0B24-48C8CF129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07CED-E7D4-C6A0-6548-265CB883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0ED9-9BB7-43E4-B750-1621B551E5D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98DF9-5679-79CB-E545-021DC8A3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7B32D-70E1-1BAD-3664-9CDFB2D1B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863-AAE4-4D63-A9A6-8AAF9A3537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73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95D147-4222-6011-5A95-73ECEDD1B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4DAC2-CF33-D67F-5C28-DB7DD63FE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F8D9F-3CF5-1989-EBC9-534297BA92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010ED9-9BB7-43E4-B750-1621B551E5D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58CFD-7177-1681-7AF8-7766143D1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996A1-4D85-3709-30E2-BA5856128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2B863-AAE4-4D63-A9A6-8AAF9A3537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522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86168E-033E-8D1C-4D24-39BF3C132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75" y="533149"/>
            <a:ext cx="10714649" cy="579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6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515767-7435-C9BA-4F44-B9601D071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787" y="448282"/>
            <a:ext cx="7705184" cy="573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281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8FD146-DAC2-CB03-D033-C419AA3D5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7773"/>
            <a:ext cx="12192000" cy="448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674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2026-08-03T14:36:27Z</dcterms:created>
  <dcterms:modified xsi:type="dcterms:W3CDTF">2026-08-03T14:37:28Z</dcterms:modified>
</cp:coreProperties>
</file>