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8C7A-3F05-234A-EFE0-E53010FCB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28A00-43A1-6BD6-8B66-D9AC5933B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667E8-BA4D-CC8A-A06E-18110D13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D741D-669D-C03C-2361-D2A58EDA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A9C3-7868-2716-D3CA-053559B1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7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5437-EF33-CFDF-CE63-FF1F9226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08948-D4BF-F152-7974-939F439C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77161-7E3E-0568-5C07-78EF54CA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B8FEA-F2A9-8CB9-EADE-FCD7389A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5F75-37F3-FCA6-A437-01A176AE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180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DE75-219B-6D59-EA6A-17490C33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49B6C-1AB1-697C-EE53-DD4B6DDEB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31AAB-569C-C592-CFD0-83A0ED18E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A834-E487-1B08-6C59-A323DF13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4438A-5801-84FD-2B88-C14F8EF2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1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1389-65A8-7D6B-CF73-471DC62C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206A-99A3-FA17-82CC-99518D59A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520EB-CEE8-3309-6991-FD738B79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297F5-C21F-C251-7AA4-88E9C9FC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536F0-48E5-BC87-E30C-1AE004D0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28275-835F-E203-9DDF-08FD6BC4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85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D152-1382-EA87-50B3-580DE768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AE9DC-B7AE-8186-E6C3-849C92FE6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82042-C5D9-5C53-5B1E-3D1A1F858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DD4F2-ECAA-5463-A3E1-B11235AE2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5DD65-9D08-B789-3ADA-313014E42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F3DDF-049F-281F-7181-1847D155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77645-22EA-EA52-C68C-4604BBED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790AC-EFD7-9603-0094-1525CB77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35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0DE3-4CE3-73B7-1B4D-7D21EA10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336D1-2471-8A25-2D06-F36123FA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8D98D-5545-3288-FD03-DD64F8E3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9073F-EB40-96EB-7E02-DA2A8F51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03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76E47-7FF7-D431-E1D9-404939B0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30CDA-6885-3DE9-412A-117748F2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6249B-6D23-CAE7-E46B-22E7EBE5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71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B748-564D-BA16-988D-1300E6022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53A56-3891-8490-895E-55083399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804AA-78F8-C811-24EC-06F4A8C23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A9035-6919-D3A4-44AE-A07FB496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1970-FEBE-A3A8-3954-AC5FB3BF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2A28B-54F1-2872-C1E8-BB892FDC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7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08AC-ED46-4940-1597-48B798CF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9ABC6-2CFB-3DBC-FE1E-AFE343B86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02CBB-BDCA-59B3-62ED-C23B803C9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63C13-8865-2CB9-643C-D4116E44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DFD40-56BA-AF7F-B20B-1B115BFD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49AE3-F18E-BF5E-8D43-5E91C7BA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58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7EB7-190E-FAF7-2B52-4DF3AF4E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29C58-397B-42C7-AE5F-BFCC2DF6B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C4D6B-A6FE-C453-7B8A-2E88BFEC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0684-6DAD-0A17-DDB3-A0F15215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2F1D1-1955-7B20-14B7-C44A7F98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5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3E6F8-CFD6-65DA-7E0F-20B6B647E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BD4A7-21FB-F181-8F2D-7FF3510A9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C924-0013-20B6-23D0-6EB6EF9A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ACFF-CD7F-862C-2D52-21630AAF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72FC5-A510-1445-22A1-515CD747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8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A8D59-2B6F-72F8-C036-09066DBE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6B6D2-9C62-5F0A-A4A9-154768866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5E25C-149A-47BA-8CE4-BD4E64FFB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273B8-0A27-4EA6-BEF8-F1031F160C9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10B9-77FF-2378-89CF-FA23D5C3F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5347D-99E4-F731-752B-8558EAA0C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7404F-10BA-4504-BF29-158A1EC3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04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F9715-E6D5-A30B-BA4F-47FB5813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0" y="534090"/>
            <a:ext cx="10160823" cy="578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4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CE10E-4E32-9D58-F9C8-2B56B16A3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04" y="183200"/>
            <a:ext cx="11484391" cy="64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7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7442B-1DA5-1E26-FCD5-F65A5A00C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17" y="463851"/>
            <a:ext cx="10454165" cy="593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5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072C4-0D9B-BE82-26E9-77366471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05" y="392459"/>
            <a:ext cx="10416535" cy="58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1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09B8E-F0CD-C1A3-BFEF-C037E85AB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5" y="490169"/>
            <a:ext cx="9906009" cy="56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6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9E78C-8F43-12E6-6EF3-BFA45A6F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396" y="910371"/>
            <a:ext cx="8855207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9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2026-08-01T13:54:13Z</dcterms:created>
  <dcterms:modified xsi:type="dcterms:W3CDTF">2026-08-01T13:56:06Z</dcterms:modified>
</cp:coreProperties>
</file>