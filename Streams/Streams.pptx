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A0E2E-7C8A-5A6C-D6B4-4E38E525DA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C98CA1-084B-6AE3-9EB3-2178A3E9C7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19933C-507E-E9B4-8352-AC9C854995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F78C9-53EF-4DEE-95F5-5A17869C3303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D15857-9C59-54E9-5921-8633A94A0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AB24C5-7FC2-6886-79A1-4FD6D3F90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A9948-748F-402B-9C7E-E868515B2B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91197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8BC9C-3F81-E21A-3135-2E4D73DFA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8E65CA-5634-6A87-64C6-5680B05C3C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387D5D-099C-47ED-C937-9ABA181C7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F78C9-53EF-4DEE-95F5-5A17869C3303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9A88AA-8E13-EC3C-78C4-545A6BE19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BD6718-EE21-43A5-C449-4FFA33191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A9948-748F-402B-9C7E-E868515B2B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2404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313BE-1D54-CD0A-80E2-83D1993BCD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B0284B-4096-6F4E-A3F3-C375C23E89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BC5A6E-3011-A6C0-144A-BE0BD3730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F78C9-53EF-4DEE-95F5-5A17869C3303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EE5BC9-01E6-961B-E866-78394F8E0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75A006-4FC8-8524-1129-780F5418F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A9948-748F-402B-9C7E-E868515B2B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5065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85FCB-3AF0-45DB-08B9-75798C204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FB062C-89FD-D028-296F-79DA6742FE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DDA4AE-CFAC-C550-25D1-50D895513F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D3DE65-2A2F-B615-4746-14D4261A6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F78C9-53EF-4DEE-95F5-5A17869C3303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0E3E56-9897-94DD-2922-2CB5AEB85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DF27C2-2705-B614-B45D-47E7E92FF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A9948-748F-402B-9C7E-E868515B2B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4515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2061D-EA40-F6A3-42E2-EBDEB38F69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04A60D-B05E-A539-87B5-A9B7CF067E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0A9369-8AE0-7F53-D4FA-378A7E1101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3AD488-8724-F7B4-FC1B-1274974DB1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3A490B-0CD2-FEE5-830D-C592CF1B57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25C465-F846-89AA-5472-F92651B6A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F78C9-53EF-4DEE-95F5-5A17869C3303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7A6601-D38C-33B5-1098-0B3F62CEB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C035C2-C9B9-FFBC-B8AF-4297C96C7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A9948-748F-402B-9C7E-E868515B2B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93373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C62ED-8C90-3186-B32F-AF5BFB6AC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7D3BC5B-BE4C-2361-49C7-64C95C629C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F78C9-53EF-4DEE-95F5-5A17869C3303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999A27-EC9B-3FF0-E594-21D90CF0F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B74449-7312-4D74-99B2-F3A4EF271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A9948-748F-402B-9C7E-E868515B2B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7660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87E8A3-99B3-C318-2CF2-3B6EBDF24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F78C9-53EF-4DEE-95F5-5A17869C3303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B045DA-BFB6-9A5C-17E8-7BE9D4BAB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949138-4E5D-F22B-0E58-0F920DF1F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A9948-748F-402B-9C7E-E868515B2B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51701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E042F-9096-9B2E-EA95-B1B041198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D61EAC-02DD-3891-A2AA-6AD4B99875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1EB14D-F7F9-6084-AD46-1A9BFC3166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2E44DF-6F25-BBB5-4C4C-62C97D230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F78C9-53EF-4DEE-95F5-5A17869C3303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4D82BA-A80F-8228-3318-1B54FC05F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02291F-5C4D-0847-BDAF-9CE5A8D35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A9948-748F-402B-9C7E-E868515B2B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9416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2F7DA-1586-4A10-E364-54204838E6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F30DEE-0ED8-A81E-1CB4-39AC85BE9C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AC3D2A-361A-CB48-41ED-A0AE4741B2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C1E3EE-6070-3172-D73A-CDF96584D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F78C9-53EF-4DEE-95F5-5A17869C3303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FCAAC7-0144-A305-377D-A357DD9A6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920AA6-A7EF-3533-FFDC-1F2DDE73E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A9948-748F-402B-9C7E-E868515B2B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21059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97EE0-4C44-A34B-2203-7CE883481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ED5FA4-19D7-620A-E3DC-D791FBF01A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A92BDF-D509-9B16-C541-F1155FA7F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F78C9-53EF-4DEE-95F5-5A17869C3303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4A50CE-0621-9A22-BADB-F0598C91C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D1A774-CBD9-3D8A-26EC-6695BA8CA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A9948-748F-402B-9C7E-E868515B2B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17310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694EEA1-D59C-16BA-942C-30290D10B2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117EE5-A14C-F904-3211-8E939C1BCF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7600B2-2EEC-0691-AB83-457062C50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F78C9-53EF-4DEE-95F5-5A17869C3303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3D054E-C2D2-7897-CC49-A3C667C2E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623350-68E1-5013-8861-5DFFA1E84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A9948-748F-402B-9C7E-E868515B2B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21746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0DC7556-45CB-8F66-DBD5-D2E9ECE70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A65FB5-8F74-6E8A-2214-6025306DC6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B0B205-69C6-1F5E-7487-1A9A5DDAF3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4F78C9-53EF-4DEE-95F5-5A17869C3303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B80385-DE69-6CDA-C2D9-38C1C63972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CFF1FA-AB41-E5B4-8706-F78FB2EF6F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8A9948-748F-402B-9C7E-E868515B2B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8046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AC90783-6782-3BAF-612C-3992279F56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72390"/>
            <a:ext cx="12192000" cy="5313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64146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05DD893-DE7E-420B-E021-5DF0253057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38975"/>
            <a:ext cx="12192000" cy="258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22120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4EA97FB-9B20-58B4-ECCD-60E80E344D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41296"/>
            <a:ext cx="12192000" cy="3575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99286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3EA3EAA-108E-D47F-8627-E8AAC77DD2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4801"/>
            <a:ext cx="12192000" cy="489926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8EFCE11-7699-C7FA-CB18-EEB719C5F31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7080" r="35653"/>
          <a:stretch>
            <a:fillRect/>
          </a:stretch>
        </p:blipFill>
        <p:spPr>
          <a:xfrm>
            <a:off x="675526" y="5128751"/>
            <a:ext cx="5676114" cy="1473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43671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Jaswinder Singh</dc:creator>
  <cp:lastModifiedBy>Jaswinder Singh</cp:lastModifiedBy>
  <cp:revision>1</cp:revision>
  <dcterms:created xsi:type="dcterms:W3CDTF">2026-08-06T15:34:57Z</dcterms:created>
  <dcterms:modified xsi:type="dcterms:W3CDTF">2026-08-06T15:37:04Z</dcterms:modified>
</cp:coreProperties>
</file>