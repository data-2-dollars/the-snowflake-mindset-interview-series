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5761-4AA9-B79E-BAD0-EC5D9BDB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3C882-4F9A-FA0B-744B-B4DA0CD23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EA244-EEED-85B4-E9F8-725D11C8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AB82A-FEF0-C2E7-3256-305C8688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AABD-708C-EA1C-9513-5BCDE61D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5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FF7B-1C25-BE72-6329-972E3D4A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168A-E26D-FDD7-0F4A-1D73EA2A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161D5-8887-A680-EA49-9E85CA5F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EC9E2-C2C8-FD70-ACC1-EC685DD5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5D7B7-56A3-FBA8-7FE3-AA4A7250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84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B5A7-D457-92BC-04E2-498770618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88E53-B7EC-F156-B641-798DE31F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94902-3AE9-9557-40E8-803964C4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B6A99-CCCC-1885-556C-7096B07C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A4858-F2F3-3FEC-E66F-08ADF80B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3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1C12-8B45-410B-F1A6-DD5F4EDD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E7518-3FCF-736E-C6BD-564AB4161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A371E-D4B2-432B-0D12-C97C1052B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FD391-3A1A-3689-298C-4EA53A30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75CA0-1015-92A5-5E0B-047A9939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3A539-208B-3FB4-9FD6-BB71260A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74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7B80-A102-411A-AE7F-611613EC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E2E9D-1B7B-817A-C229-A596F7FD3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09E33-618F-A050-6A22-249213B98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8F414-51E3-2643-F61C-D9D6F8C327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856EE3-FE08-A3B2-F797-1EE49F674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C9F94-789D-C90D-794E-4452642CC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E3907-40EC-13C1-6C34-BED90CDC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1F943-EA80-46EF-DEE3-FFCDCDA3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2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C514-0A48-9322-2C95-622F74D33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64240-29E7-54A4-F006-5CA52A26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A717F-F32C-5C1E-9DED-474782CE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FE9EF-0292-1D92-A80A-77AD0A5E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2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41D67-A9DC-9004-310C-A1C06EB8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FE70D-8420-2050-CAE1-04CCB9E9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E1D75-205E-EE49-6DAE-16E16EA7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15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A22C9-1A57-E3F1-7913-D7B6307D9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3D3F9-063C-0D20-F566-70B9D8C3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AC8A5-8950-8396-5154-D6B76A5A0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71465-336A-FFF8-DF7E-19D2A6CE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28493-A561-F595-BB98-41D3CA385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A87AC-650E-38B6-59D7-F32FB0CF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A92A-8DB8-D843-6ED0-C1E149C2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205477-53CB-BCB4-7A70-93596BEA2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BE572-45CE-FDCA-004C-77347504A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2162B-54A2-0745-2272-BCDB678F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DB6A2-9F97-F345-46C3-46483C68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A809F2-AAB8-A9C5-D121-D23BB0C3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78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EA7F-EB18-4CB0-5A49-7F6A656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38702-B26E-F36E-71BE-8563322E8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DC93B-DB5B-1335-6A4B-AB829DB20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B7AF-3394-2D80-9406-E0FF997C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E7A5C-9810-234D-DA9E-79EB0E16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74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1C1DC-5360-AADF-BC60-940AC769E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B4D84-E283-AB01-8612-50DDF08C5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AE3F-641B-7E0D-A74C-57F1C01C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65C0E-3C78-D2FE-94AF-CC092A137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A796D-7532-2AFA-6D7F-ED5CE275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35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B7469-5FC9-977F-5D8C-892F98D20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89BAD-1CC6-DCD3-CAEB-5CAC37B6C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C6A49-7A74-4FEE-952E-32F9428BB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38EEA-CBD8-44BF-BD36-BF0F4E8937F5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D61D5-8569-8AC6-1E61-5E9C01496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BEE8-F0ED-D86F-5F09-FAF8A08CA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12A42-59D6-413B-96AB-0A7C59085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1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D5A1F-990E-A46C-40C8-ECD09AEB1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31" y="735096"/>
            <a:ext cx="9198137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682ED7-A70F-0E65-38B1-DEE5847A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88" y="872268"/>
            <a:ext cx="10188823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7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02B45-45F9-0CA5-B376-ABAAFEB9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34" y="381746"/>
            <a:ext cx="11415749" cy="2613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2C7EA2-A480-3524-ED63-1682B3368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625" y="3093955"/>
            <a:ext cx="9205758" cy="362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7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2464D-9B32-1234-5B0D-4BB0165F9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25" y="1173284"/>
            <a:ext cx="9571549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9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9004E-347B-E5BA-A7EC-B2A447C5D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56" y="1459059"/>
            <a:ext cx="7925487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0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81CAE2-7DC0-48DE-E448-64EF0F99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49" y="220702"/>
            <a:ext cx="9259102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39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23A9D-1E14-62B4-09F6-72633F09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582683"/>
            <a:ext cx="9579170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49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2026-09-13T13:47:56Z</dcterms:created>
  <dcterms:modified xsi:type="dcterms:W3CDTF">2026-09-13T13:50:22Z</dcterms:modified>
</cp:coreProperties>
</file>