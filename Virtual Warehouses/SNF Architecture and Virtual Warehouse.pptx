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7" r:id="rId2"/>
    <p:sldId id="258" r:id="rId3"/>
    <p:sldId id="259" r:id="rId4"/>
    <p:sldId id="260" r:id="rId5"/>
    <p:sldId id="261" r:id="rId6"/>
    <p:sldId id="262" r:id="rId7"/>
    <p:sldId id="263" r:id="rId8"/>
    <p:sldId id="264" r:id="rId9"/>
    <p:sldId id="265" r:id="rId10"/>
    <p:sldId id="266" r:id="rId11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4660"/>
  </p:normalViewPr>
  <p:slideViewPr>
    <p:cSldViewPr snapToGrid="0">
      <p:cViewPr varScale="1">
        <p:scale>
          <a:sx n="78" d="100"/>
          <a:sy n="78" d="100"/>
        </p:scale>
        <p:origin x="878" y="6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ableStyles" Target="tableStyle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7F6EBAB-0DF1-DD0A-77D2-7CE540CFF82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E0527920-1BC4-429D-AFFF-C65DDBF73128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83A20A5-C6CC-0CB5-EB57-6D6D1A64072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03435AE-8E06-4E98-80F5-FACE5982482C}" type="datetimeFigureOut">
              <a:rPr lang="en-IN" smtClean="0"/>
              <a:t>15-07-2026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861D693-C4BE-1312-3214-B215166BC2C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E6ADA52-62F5-E431-4159-87D004B78C4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5AA40BC-59B5-46D4-B454-C7189FFB19EA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7407884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590E601-39CA-D84A-2422-3494E611A99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C26E4EC-6FD9-CADE-9BCE-35EAADD0540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DA50DBF-9DE6-C8C0-CFEE-F245C990BA6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03435AE-8E06-4E98-80F5-FACE5982482C}" type="datetimeFigureOut">
              <a:rPr lang="en-IN" smtClean="0"/>
              <a:t>15-07-2026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BA267EF-149F-A1FF-341B-67E942AC275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AD2C6F6-2316-54AE-C53B-0D039038109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5AA40BC-59B5-46D4-B454-C7189FFB19EA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85429667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81E1012-042B-B76B-2476-A71379A07E6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B39C265-F5A0-85A4-D43A-4AE93520E87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06F5C98-0684-FBDF-E6AE-CC7888F043F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03435AE-8E06-4E98-80F5-FACE5982482C}" type="datetimeFigureOut">
              <a:rPr lang="en-IN" smtClean="0"/>
              <a:t>15-07-2026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601E5BB-FCF3-AD4B-BADF-108E01115A5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7FC890A-E0BC-47B4-D272-0A8D6BE2E90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5AA40BC-59B5-46D4-B454-C7189FFB19EA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31661797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6BC0EB9-6B71-04DF-866F-35BEAB07A07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FF49F9D-293C-10BA-42AB-CFF731C69583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DBC34C6E-C3B4-B1EE-5997-0E5FE3B5B4CF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A85C08B6-C36F-60E3-CAAF-E4C465A1A28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03435AE-8E06-4E98-80F5-FACE5982482C}" type="datetimeFigureOut">
              <a:rPr lang="en-IN" smtClean="0"/>
              <a:t>15-07-2026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10ABD1B8-21AB-8B2F-DE5C-D8945450BD4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255B152-A31F-9098-CBA8-2CF33DA13D2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5AA40BC-59B5-46D4-B454-C7189FFB19EA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05590784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3CEF555-05F0-A539-B333-D5A3C35C1E8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E536CEE-F95C-3FD6-6C41-87286571977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F26273C8-E108-56ED-0CC7-FB5D4693693C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0564E8B5-7927-2151-2304-6410F5738C1A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CCA23810-522D-F484-9AF5-C7AA2CA6F6B2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B62A0967-2137-16D8-D056-47A9ECDBE02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03435AE-8E06-4E98-80F5-FACE5982482C}" type="datetimeFigureOut">
              <a:rPr lang="en-IN" smtClean="0"/>
              <a:t>15-07-2026</a:t>
            </a:fld>
            <a:endParaRPr lang="en-IN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32117752-654E-EC80-E82E-CB8737CD155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F4195CB9-1A4E-8B51-D681-988F834F482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5AA40BC-59B5-46D4-B454-C7189FFB19EA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73139442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8AAAC28-F759-BDD7-E099-11EC9F01351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28761056-6845-9DFB-CB3B-D142CA67D6C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03435AE-8E06-4E98-80F5-FACE5982482C}" type="datetimeFigureOut">
              <a:rPr lang="en-IN" smtClean="0"/>
              <a:t>15-07-2026</a:t>
            </a:fld>
            <a:endParaRPr lang="en-IN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21F0B0C6-B34B-1793-2298-17C006A0279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0D78010B-3049-D661-AA16-678F6D7B313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5AA40BC-59B5-46D4-B454-C7189FFB19EA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15735703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A66AC9AC-3446-9B7B-2081-74C6665CFE3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03435AE-8E06-4E98-80F5-FACE5982482C}" type="datetimeFigureOut">
              <a:rPr lang="en-IN" smtClean="0"/>
              <a:t>15-07-2026</a:t>
            </a:fld>
            <a:endParaRPr lang="en-IN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AA7512C7-5DDD-A235-F943-2196C4B557D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E27BC09-6143-9EE9-A1BF-686A2B281B0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5AA40BC-59B5-46D4-B454-C7189FFB19EA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54003370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9C22895-1583-3B66-9AB0-127E641848B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DD7611D-F238-20DC-1482-6B05D17D436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235B20F8-5E03-FD65-D9BA-9B8A2BFC687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04ED56AF-744A-FC22-DB39-6FD405C40EA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03435AE-8E06-4E98-80F5-FACE5982482C}" type="datetimeFigureOut">
              <a:rPr lang="en-IN" smtClean="0"/>
              <a:t>15-07-2026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155EBA44-E8DD-6E39-195C-A0A76E98ED4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3010578C-6D03-166B-2949-815B17BD30F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5AA40BC-59B5-46D4-B454-C7189FFB19EA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36573934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749C15A-FBCB-0771-FB69-FB3CB8BE91E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7A2FA45B-572D-04D9-5394-3AC5DBAC0C72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5ED97BF5-B19E-AE66-2137-9D38A98AC9E6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8EF8ACF-CE88-5BE4-607A-E8D9EABF263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03435AE-8E06-4E98-80F5-FACE5982482C}" type="datetimeFigureOut">
              <a:rPr lang="en-IN" smtClean="0"/>
              <a:t>15-07-2026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9933C69B-A4D6-FD56-143A-A68C8418E8D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421068B-1AC7-8EFF-F95E-4F5BCCAF5D2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5AA40BC-59B5-46D4-B454-C7189FFB19EA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15248620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B694D40-037B-572A-4B73-B7535C71F0B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907FB5CB-6A53-174B-7DAF-F1D83AA74545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91C0202-3088-8FE7-5875-4F42B969D64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03435AE-8E06-4E98-80F5-FACE5982482C}" type="datetimeFigureOut">
              <a:rPr lang="en-IN" smtClean="0"/>
              <a:t>15-07-2026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7C33CC3-2002-182A-919F-83ABAF004CA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CAB0A9C-D93B-B032-1347-77A173B22D2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5AA40BC-59B5-46D4-B454-C7189FFB19EA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3235864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B2A06833-8CC0-B56A-58D7-14CE8857E885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D8395CDD-8493-13BD-D166-3EBF6E752243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03983E0-FE07-1720-6CE0-399055FBDA1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03435AE-8E06-4E98-80F5-FACE5982482C}" type="datetimeFigureOut">
              <a:rPr lang="en-IN" smtClean="0"/>
              <a:t>15-07-2026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7345CB4-034B-4D98-09DB-B4BC189AE44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FD50207-4C07-1498-546E-28F66C123A7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5AA40BC-59B5-46D4-B454-C7189FFB19EA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83409189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0A1D8121-CA56-0F9D-C5F7-EC6FD7CFF34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C110FF2-0C29-6710-958A-6B51D4DCC90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3044E9F-E646-6B44-AD9D-DAA1A40D3184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03435AE-8E06-4E98-80F5-FACE5982482C}" type="datetimeFigureOut">
              <a:rPr lang="en-IN" smtClean="0"/>
              <a:t>15-07-2026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99841B6-543C-009A-A908-0EAF2E07C8B4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9CEF8F0-CBD6-B0E6-4BED-0E4BCC46E0C1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5AA40BC-59B5-46D4-B454-C7189FFB19EA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58545510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8119C240-7319-41ED-6E7E-ED09EBA0C0A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23519" y="552200"/>
            <a:ext cx="9944962" cy="575359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0528133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76A575A7-6375-FDFD-6638-5726B6317EC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73138" y="1131371"/>
            <a:ext cx="9045724" cy="459525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52770283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22482296-EB04-177C-3608-17C9150096A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782706" y="567442"/>
            <a:ext cx="8626588" cy="572311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61514432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81E543AC-48C3-3773-3063-442CCA88C3D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891512" y="475994"/>
            <a:ext cx="6408975" cy="590601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37388610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56D3C813-FB75-4024-F2AA-96D7B1CAE6B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64416" y="738907"/>
            <a:ext cx="10463167" cy="538018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51082628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260C8896-220B-AE87-FB53-A90FED3F090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1167991"/>
            <a:ext cx="12192000" cy="452201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03716487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9F7AE8CB-9199-BBE2-ED06-6276491DFF7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69327" y="1420956"/>
            <a:ext cx="9053345" cy="401608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58884869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AFC3867C-3064-12BD-33EF-DF7D50C592D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106584" y="1459059"/>
            <a:ext cx="7978831" cy="393988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00330247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207285D8-73EA-87FD-3365-FA953674D5A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049429" y="685562"/>
            <a:ext cx="8093141" cy="54868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89124987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2B83291E-8593-9ADB-BD59-896F294ED80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1402" y="1321887"/>
            <a:ext cx="11949195" cy="42142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42501290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</TotalTime>
  <Words>0</Words>
  <Application>Microsoft Office PowerPoint</Application>
  <PresentationFormat>Widescreen</PresentationFormat>
  <Paragraphs>0</Paragraphs>
  <Slides>10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4" baseType="lpstr">
      <vt:lpstr>Arial</vt:lpstr>
      <vt:lpstr>Calibri</vt:lpstr>
      <vt:lpstr>Calibri Light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Jaswinder Singh</dc:creator>
  <cp:lastModifiedBy>Jaswinder Singh</cp:lastModifiedBy>
  <cp:revision>2</cp:revision>
  <dcterms:created xsi:type="dcterms:W3CDTF">2026-07-14T14:41:23Z</dcterms:created>
  <dcterms:modified xsi:type="dcterms:W3CDTF">2026-07-14T18:53:28Z</dcterms:modified>
</cp:coreProperties>
</file>