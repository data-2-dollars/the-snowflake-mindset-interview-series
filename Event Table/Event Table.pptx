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AA24C-4CF1-218B-3307-76CC34479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912471-4907-BDAC-C32E-C833B8123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10FCE-3E8F-5263-CD8E-B7B4861E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D1D53-BE73-4DA7-9D3D-549D760CC942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AB32D-CC40-F45B-0413-9596A1BDA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A2F5F-4E0B-96AC-7CD0-6A18F6B47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11CD2-7060-4A9A-BE27-B6D07106E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928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FFFDC-F85E-3E29-CCC7-F4B2A14E6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837E2-9E15-C3E5-5DF5-F2A445FB9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3B17E-2C1E-A917-72C9-7E19C8DDA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D1D53-BE73-4DA7-9D3D-549D760CC942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7D087-63D2-B1C8-EAE8-B47592706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4A5BF-3499-4965-6EDF-A23E01234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11CD2-7060-4A9A-BE27-B6D07106E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248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A9654-6DEE-0B43-E10D-41B28D638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3B5ED-1536-911E-F5F6-99F63D2EB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FC6F4-5FD7-7194-11CD-534B2C0C0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D1D53-BE73-4DA7-9D3D-549D760CC942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D271F-1DD5-A75B-9838-CDDBF900A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D0E05-138F-CAEC-5391-FBECB2D29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11CD2-7060-4A9A-BE27-B6D07106E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956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0119C-4986-8E3F-5253-7A0536AEB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86A93-4463-7E8D-0EAF-899ACA9B2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0E23DC-6975-C3BA-63D0-2CE905005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911FA7-23B2-4EC9-E966-7720F2FC1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D1D53-BE73-4DA7-9D3D-549D760CC942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09525D-7285-BE5A-8FB4-ED738106B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B807BE-42BE-B075-060F-E2E3C6B34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11CD2-7060-4A9A-BE27-B6D07106E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916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26315-6710-B2BD-C8F8-B227CAD6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3EA08-38B8-0F4A-6C11-63AA8DBD8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6F12E4-4B44-EF9A-1BBB-5B170E661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04AAFB-DDCD-890B-B039-D5A5A12334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12E670-DE30-F537-21BC-0213C460A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ED0C85-6AF0-01F0-3AB2-EE80973A5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D1D53-BE73-4DA7-9D3D-549D760CC942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108E21-D0DD-945B-62F4-9747036F8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0877D-EB4C-F616-7C01-D3D47FB28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11CD2-7060-4A9A-BE27-B6D07106E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623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B48B7-4B80-104F-DF33-4342B9618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EC10C-DFDA-70C1-ED71-2F1A2FEA8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D1D53-BE73-4DA7-9D3D-549D760CC942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A60B73-9246-F682-5ABE-CDABC756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8E3D0B-3D62-D3F0-F215-0DAF2B4BF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11CD2-7060-4A9A-BE27-B6D07106E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92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2DDAF6-E54A-09BE-AA60-9394493F2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D1D53-BE73-4DA7-9D3D-549D760CC942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31A2F7-F827-C522-068A-C1D1805A1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0B2FB0-BB0B-824F-AE70-6DED258F2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11CD2-7060-4A9A-BE27-B6D07106E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92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29A4B-ABA7-3312-DC76-738C618AA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AEB0D-001E-6F08-7DBC-B9AFCD333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2F35A8-3441-196D-C0EE-C7BBAFAF5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830393-7332-7A68-9CA2-8D85058D0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D1D53-BE73-4DA7-9D3D-549D760CC942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F8C1C-40D6-3005-EE19-92C7A40EB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618EAF-EB0B-D402-8286-5BE54FFB3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11CD2-7060-4A9A-BE27-B6D07106E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610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FC4CD-0244-A873-E625-9111785C9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8B5681-076A-AEE5-7177-CE8FB67F00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D5088D-0BA1-7C21-D583-3CD460339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C385C1-39D1-A6C3-1993-FF2AAE796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D1D53-BE73-4DA7-9D3D-549D760CC942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92DC7-46D0-7732-648B-4C97B1CEE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AD106E-DE56-7CF1-D87B-41F3DB76A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11CD2-7060-4A9A-BE27-B6D07106E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0FA00-7795-F3B2-05DC-6E3C93E4A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8CB7E6-D1E3-6B96-4331-C76BF967F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DD0C7-FF70-C71F-3D07-44F9ABC34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D1D53-BE73-4DA7-9D3D-549D760CC942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198F9-4F75-AF9C-E24B-D431CECAA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2B016-F774-5D9F-C19B-0188EC670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11CD2-7060-4A9A-BE27-B6D07106E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196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1040C5-8A63-2722-8645-4C8DAE555F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2DB132-DB97-6BB7-5513-FBA94D457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962D5-258B-154A-BB8A-ED278AFD6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D1D53-BE73-4DA7-9D3D-549D760CC942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005C2-1888-E4D3-0681-1F8038A04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259C2-22E9-9111-B58E-BCBE58830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11CD2-7060-4A9A-BE27-B6D07106E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948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11AD5A-4BA7-A2BD-66EF-69E934813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0EAA41-0D09-DFF9-BD64-4900A34B7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A54C8-3DEC-5D33-A24A-56E15A8834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D1D53-BE73-4DA7-9D3D-549D760CC942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DBC64-27C4-3C64-6694-3174CF688F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622BE-9F93-9459-F60B-07B6B33DAA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11CD2-7060-4A9A-BE27-B6D07106E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792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45C504-9910-CEF2-64E5-8E90557CF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812" y="609355"/>
            <a:ext cx="9876376" cy="563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338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F37F08-713A-FB6A-8F1F-D55BD1178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585" y="1258736"/>
            <a:ext cx="12344585" cy="449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244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2026-08-03T14:42:10Z</dcterms:created>
  <dcterms:modified xsi:type="dcterms:W3CDTF">2026-08-03T14:43:10Z</dcterms:modified>
</cp:coreProperties>
</file>