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347F7-2835-C6D0-0117-67115FB24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D03F5-EDBB-7A41-6775-4861B03EC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E2105-C6FC-9E88-BCBB-8ACBBA2E8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7E47E-1AE5-4349-A288-CAE25B5403C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0BEA0-598F-C438-40ED-A77C5BF38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8523F-1B1A-90A2-3EA2-9BF926F3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8025-1932-4F18-9BFD-2AB0B3B02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384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CF145-DC78-2C6A-188F-84F610A3A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54C61-126B-03B5-37A2-A379B1DA3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74E59-01CE-ECE7-3FC6-94E80A708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7E47E-1AE5-4349-A288-CAE25B5403C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32FA3-93E3-2412-D96B-203A2A5A8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197D5-5026-AFE1-19E1-ABF95D7D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8025-1932-4F18-9BFD-2AB0B3B02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656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92A52-8DC8-832C-815B-818134A22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ECA00-E2BB-386B-12D8-B9B0AECD4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C1E89-D632-BCC4-F238-27A3EE6E8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7E47E-1AE5-4349-A288-CAE25B5403C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C9942-71D7-7D28-0038-280ADFC5D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3C916-7768-C140-FC20-D005878F0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8025-1932-4F18-9BFD-2AB0B3B02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127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2A66B-771E-108D-C2F6-33DCBA8A4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4266F-4873-F4CE-B02D-4E21C16FD6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36838-BDBB-9FA9-DCDD-3AB524C9C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0F097-FD0F-EF89-4D77-F1EF1EDF5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7E47E-1AE5-4349-A288-CAE25B5403C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325DB-2815-3E04-FFC6-E397853C8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C0ED3-A162-00A3-5D2C-53515A600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8025-1932-4F18-9BFD-2AB0B3B02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51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8AD30-A0A6-0506-C199-2F2BF63EA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07F21-520E-5E6D-5A6B-0EE65218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EAD86-AFA5-9B17-E628-FC46A14E0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9D9369-A9B7-9F40-DE4F-8451BA043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52DB8C-4153-82D9-5347-5FB2E5A28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FDD526-9C8D-61EB-C9FD-B5D268844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7E47E-1AE5-4349-A288-CAE25B5403C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26A705-D9A2-40F5-92EA-F777A7A34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61DB42-2AAE-9E7B-5C2C-1A6342033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8025-1932-4F18-9BFD-2AB0B3B02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634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9897C-28C4-9183-35C4-32135C4C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3C73B9-5072-8813-B4B7-5A04CC957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7E47E-1AE5-4349-A288-CAE25B5403C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D3DA26-D0C6-31DA-E8AD-F71860EAB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734442-F8DA-101C-EF8E-52CDCBB48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8025-1932-4F18-9BFD-2AB0B3B02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054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5A616D-7FD1-044F-E7C1-5FC4240D4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7E47E-1AE5-4349-A288-CAE25B5403C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BE70EF-2D4C-720E-EAD7-D066D21B2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810D9-269B-3077-5A57-0A44945DD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8025-1932-4F18-9BFD-2AB0B3B02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67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2933E-B4F5-BC4B-2833-4BE9977BD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D67A5-617C-631D-7623-F243A608E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24CF84-FF3C-C92A-3F6F-5D3DAA85F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D5166-19D5-738F-A415-556391B1E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7E47E-1AE5-4349-A288-CAE25B5403C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6922BF-E7BB-6F19-E3C8-726A412EF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F336B-B462-2EA4-B7CA-C41880F8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8025-1932-4F18-9BFD-2AB0B3B02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484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8E5DB-B879-D6C7-44C9-5FE4429A1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A87853-A848-61A1-5400-8B252DE629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BCD76-938D-D4DA-4757-1A2FDDD6D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541F9-21A2-A330-400D-180635D27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7E47E-1AE5-4349-A288-CAE25B5403C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23928-A1D4-D859-784C-89147DF50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77F74-2F06-8469-E42D-A06BAA0FE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8025-1932-4F18-9BFD-2AB0B3B02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676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9D716-354A-978B-D64E-BE3FC58AF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D313E-C26B-F317-2DBC-2CCC5B632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A3F8E-A1F9-61BD-E3FD-29FBABCE7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7E47E-1AE5-4349-A288-CAE25B5403C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5095F-184C-D4E7-9E58-333DDCFF4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F1FAE-61C0-B96D-8530-A2934C6EE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8025-1932-4F18-9BFD-2AB0B3B02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494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DF8584-A744-F886-D1C7-EB10119FD8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C09627-E86D-9A75-F727-385F3E47C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122AC-35DB-45C6-15A8-67D0B8F7B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7E47E-1AE5-4349-A288-CAE25B5403C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980C8-2682-A5D7-CA47-6B2A005D9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92EBD-DC0F-0851-6C72-64232C0DC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8025-1932-4F18-9BFD-2AB0B3B02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781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20CA23-79DC-B00C-7F3D-639D1F898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FF0F2-39F8-CD3E-E8C9-78A98D38D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ECFCD-1900-B14B-8CB9-165DC0AC81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7E47E-1AE5-4349-A288-CAE25B5403CF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4FB5D-4A24-BC78-3BB4-141A8C354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FD77D-6055-4265-4C6D-6F34F7618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C8025-1932-4F18-9BFD-2AB0B3B02F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061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1E9A40-B3BA-FC47-2EDB-71D67A9D3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66" y="480601"/>
            <a:ext cx="10698068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86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9CC758-BFA3-1C9E-66E5-3494C78A2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0" y="0"/>
            <a:ext cx="121180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797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12D5A7-1306-74BF-0058-F7F96E99F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1849"/>
            <a:ext cx="12192000" cy="551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478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473C93-B6B6-C0D2-B672-AB424AE4D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783" y="456785"/>
            <a:ext cx="9202434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904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A55A8F-90BB-FAB8-6186-B32875ED2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204" y="80495"/>
            <a:ext cx="8535591" cy="66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680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2026-08-22T14:12:14Z</dcterms:created>
  <dcterms:modified xsi:type="dcterms:W3CDTF">2026-08-22T14:13:38Z</dcterms:modified>
</cp:coreProperties>
</file>