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8C9D-BB79-589D-9349-52D16878D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78FD0-6B7D-465C-5501-3CA4206A1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7B267-C0E9-CFC1-CBC3-CF673569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7F2E-72C0-1A70-055B-6629E1FD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F17B-4296-1ED9-E3F4-82CB892E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9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DEEC-DEBF-927F-6D7B-B5C90992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535D-CE41-34C7-6952-C9D664460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8975-FE44-0364-AAE3-83875051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8E79-704C-8D60-F089-ABFE58E32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F5EC-497F-A906-0776-FC376E37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53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5F26-A89E-4983-D97A-EAD954C1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A114E-7470-57C4-EC78-ADE52C9AA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B5CF-83F5-4975-9CAF-B18A6B82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34762-B71C-8290-CCD9-E8526121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DEB7-EF78-286B-50C7-F6C669BA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5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3941-0763-41BB-03D5-73110B6B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69DDC-AEDC-BD22-2338-83A77DE7B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0536D-EFF6-24E1-D29F-244F5ED4D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56CB9-F248-17DE-361D-0A4909F8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0A633-DDC9-6702-B889-AF7F1155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9C37D-34E5-B236-B113-168A3E2A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1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DBC1-8016-19D8-1588-C316B483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831C8-B7B4-E50C-E226-08D27C440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4E559-4CBE-FB4C-77BE-168D4D89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DFBD1-5DC5-757E-9D64-D2A25DAFB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A3832-21B7-E36F-0239-7A15A6C31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C24C35-2E2C-C3EC-2A63-9FBE21FC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AB0E8-64BA-5FDA-CEE2-D12B1F50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451E2-84AD-9D78-4FA7-7D7DB24B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95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6AEB-ED1E-E731-FB46-B75F1F0D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487A6-5D97-5B88-6C8C-EC300EB2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CC282-C34A-A5FC-3062-97FEA2F0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16634-4F11-C329-A9E1-FA8C7162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7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E9A82-487F-52AA-3094-4752347A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D173D-07BD-1305-9143-E9AD5328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2F718-1381-CF96-7868-085D0E7B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17DB-31C1-E23C-6400-45E4A7AA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1A7CE-6D5C-1C2E-345B-F2EDCE8C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15DD0-C265-DEF9-898B-A8E24FF5E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3E6CC-5D2F-781E-4320-CE7B0A0A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472CF-3258-D051-2836-C283159F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8A751-4AD0-1A24-9D38-009519BA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2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C198-710E-5473-8F2E-5213B2D0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35B7E-6010-F199-CAE5-187E3888F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7827D-15C9-50D3-8112-27DC15C99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8B355-D61E-4C19-0D81-23899809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FDAB6-D160-18DD-CD66-3382E6B0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D0847-067D-509E-9DDA-64530F81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767A-B716-69D1-76F4-32EEE759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E6462-C571-7FCD-3A39-3C8AEEA30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55626-ED2A-8027-2482-D73203C2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197EC-153E-086A-3702-A91E53EA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4254C-9308-72D9-558A-45EC860A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3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1CAFCE-B6A3-8182-3EA1-AB6B345BF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2F4E9-5145-918C-0341-67BFD059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1B82A-037C-D592-8EB6-8A63DD79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6B56F-4C38-F611-4917-3CDF66B0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A395-E3D2-594C-74D7-C0F26018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60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5C428-AADC-5C81-E2DC-2F0C9526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E2EB4-1BFA-EDD7-8ABA-197643C4F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1753D-8383-6D69-6356-D8921482F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781EC-BC78-4CB4-84BA-A85A1BA2C38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AD93E-D7C8-1F66-82DD-762F04753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CCFF-80A2-5D7F-5271-C2D96D858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3FCD8-A5BE-4BFA-A5E0-95E1A60E7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79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38E555-8758-B0F8-22D6-E3DD8467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44" y="169007"/>
            <a:ext cx="11264105" cy="631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0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D376D-F8EB-AD99-11AE-5D4B923E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14" y="849406"/>
            <a:ext cx="9358171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7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18AB4-D861-ECB5-875D-7EEE3CD9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849406"/>
            <a:ext cx="9266723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1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8807D-B376-DAB1-47F2-77A693FB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94" y="792251"/>
            <a:ext cx="9373412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2026-07-31T14:47:47Z</dcterms:created>
  <dcterms:modified xsi:type="dcterms:W3CDTF">2026-07-31T14:49:57Z</dcterms:modified>
</cp:coreProperties>
</file>