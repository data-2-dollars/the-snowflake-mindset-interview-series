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2809-EEA5-ADD7-C3AD-E0A466973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C55BD-3654-7067-9964-461B6FF38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600A5-D3C7-DD38-4A11-7023093A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28656-C52D-49C4-6203-3BA7611A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9FCFF-1064-7389-580F-E39821BA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3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312E-F810-1266-4E36-83433BB1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78160-D2E2-53FB-9B95-0D2825D77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4535E-DEEF-40AC-82FA-7347A700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07DA9-2E85-A05E-AB3D-FA9A1098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B55DC-F0A5-3809-E6B0-ACD1AD95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4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63AF-2500-B8CE-D628-5610B843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DAD29-5A51-792C-2F78-D948F3198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11755-FA15-5391-E0DB-454A6DB4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91C2D-0D3D-6D91-2754-D7CF2557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71DB5-3758-8D08-5ED4-9B656022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26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89363-0B8B-A302-B389-3B8D64BB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50C4E-9C3B-B4CC-F2D7-E5AE15744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EBC9B-FFBB-A160-4610-8FF485AF7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1D5B2-9455-3940-105D-1DF9C1BB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BA4F6-38D4-D8D3-B0F5-7735AA7E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B1047-CC64-AA36-E189-6662D4EE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58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2501-734F-B8B0-5B81-0CC158D1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8B724-AE9B-A293-F8A9-9BEE9527D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9BB43-455E-2A27-7AA2-90C18E012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52C6F-ECE7-98C7-0BF2-DC4F89FC0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BB5BF-8AF8-301B-2B4D-9F93D75F7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1D76A8-03BC-9BE3-0027-DB8119A7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1DD3D-EDDE-E376-78AC-DC1947D6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19DAAC-1204-FB29-D770-EB081908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56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02D9-FA57-0EB3-7C42-FB43F9A8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18C75-693D-2C7D-3364-40E35300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2739B-DB50-46A3-8198-03D48F7F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D8421-50B2-FEB6-E5B6-0D87558B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6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37697D-2A4A-A655-2DF4-9A0F0D01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AC26E-02A5-983D-56E6-D056FDC2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13F8F-57C2-7E5E-B4E0-DAB04A37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8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B083-2066-6BC2-537E-D5348232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E034C-0A20-E109-CC0F-C3835D856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6834A-94BF-AF47-A57D-AD00E0064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847F9-8FCC-55E1-6FE0-D9F6126BA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6AB12-EB2A-D57E-E369-ADAB885AD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56A59-5A73-EED0-C8BD-703E9CF1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4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1C5B-5A13-46A5-1EAC-6F872797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2B5FB-B479-D9F5-54F4-13E3F2221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790FA-0A9A-9D79-F478-AF00D9AFC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66FCE-8F10-D9D2-A184-DEE9BAD2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B98F5-7C64-CBD6-D761-62D2515C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DD3B3-3223-7B4A-02DA-D495A028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3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E50F-5FE4-57C0-40C2-D8CD1C16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B5420-A4EC-790D-3A67-1619F1381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EECAE-50CD-441F-0219-B5AD9F513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81EA-E2FD-936B-1D28-DDC9A979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646B5-0FBD-9B66-4B78-D615A398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1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CC6BD-98BA-021E-99A9-719E769BD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18DB9-35F0-00DF-C0F6-7AB4AAE05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2B7FF-0173-3D99-4150-1047910A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B272E-2669-4431-A4FB-51BAE5A3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3103-F008-6E0E-307E-4CED6FC0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90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1E896-3537-ABC8-7251-5378602C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57A40-A15D-2230-F353-F9EA52687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DBDED-A828-2022-55B9-98821A573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DB6F4-149C-4830-A677-1CFAE26A998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99A00-B5F8-0E7A-BD6C-41E576764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4689-A06F-6B31-99EF-93F8A4D3A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21A02-E3F3-41CB-9841-9C183D55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54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6D463-BA89-5FB2-D08C-946BA8DA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19" y="274046"/>
            <a:ext cx="11568162" cy="6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3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113A38-C79F-C7DE-4551-80CC5775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69" y="72178"/>
            <a:ext cx="7166929" cy="678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01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D1C9A-91FB-9015-F424-912F8CC2F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7749"/>
            <a:ext cx="12192000" cy="494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91637-AFD8-9C84-B840-3857A7D86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495" y="395977"/>
            <a:ext cx="6569009" cy="60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3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C6CF94-1622-B62A-24DA-F4CEE2584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48" y="146061"/>
            <a:ext cx="6557261" cy="65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35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2026-08-06T15:56:31Z</dcterms:created>
  <dcterms:modified xsi:type="dcterms:W3CDTF">2026-08-06T15:58:31Z</dcterms:modified>
</cp:coreProperties>
</file>