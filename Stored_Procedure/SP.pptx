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DC6D-540B-98C9-7110-4EED81463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4E2A9-8202-594A-F97D-4B8B52710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9B640-0232-ABD5-3FD8-875C9AB4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6F62B-8C82-9B74-2227-0CE7BF0D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A1781-C9F1-EE9B-FC71-3A9B9956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6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0A37-D172-E6B3-C9F6-337160774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A172-816D-3291-9762-C66F1E7B0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31AD8-FF24-902E-5266-172B4421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C15F-E4FF-E4A2-D3E5-C51D50CB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D2678-8355-CB34-180D-F6C329CE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1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4893-AABD-B5D9-A83F-712A5BD9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EF70B-7308-F78F-5BEC-989C528C7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07068-7BB7-D16D-F49F-E177F4A1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368AE-E902-0B26-2BAA-9A1F9478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0A2F2-1D57-D29F-035C-FCE873DF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3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5C1F-D4A1-3B61-6FF3-C2ADE33C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BC62-66AE-08C6-F135-A920B4BE8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DD6A9-A3E9-7BA5-E4CD-11878AFB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EFE03-4A2C-E7FF-3097-A2DD6D99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70E68-5480-0C08-2FBF-13170D98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78A8B-4666-FE63-6307-86CA0F30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5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3D76-8E7F-A769-E95A-5EEF0FFB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2F50B-A1E9-5E37-1A0E-F675BE77A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BD2C9-C1DC-0019-FCC3-CDFB7BD8B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B0DBEB-6690-5972-2B97-4718563E7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EC96D-DDA5-B33C-5A85-D708489CD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413A42-B3CA-E373-E46A-8E342C74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8C972-00DD-7614-26F3-312A731D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9B0E2-A710-E09C-86C2-C7EFA7CD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0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3BB2-FF6C-A022-B063-04C3F6DD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F7D9E-8ECD-016B-91EB-4F6510DBC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FC887-3B10-6631-C1C4-6473CC8D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DF871-845C-3D21-06C9-BBC14A19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67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AA6C6-E632-9157-81EF-BA32D536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1736-B610-FDB4-C226-0F8C0D199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669CE-6D6F-2544-2AAA-227E1108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88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69F6-B5FC-CD56-2551-41A2C2C3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1A2E-07A7-67F3-0DEE-EEA74D80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E30AA-2DFA-AF17-02E0-4396075A8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465E8-DB27-E0A7-30C3-C83B035C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A060C-F6AE-034C-81D2-2EDCCA1B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34086-54A7-986B-72C5-F4F438B5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0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18D0-6500-8970-C0E3-FEAC3FBE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8674D-1B65-E662-4E35-9575FD7F6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8D5EE-2972-47FD-23DB-A0B959760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CA877-9535-04B0-3D78-CBC4F4A2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DE910-E35B-BDDC-D52C-CFF56E24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8D5E2-8388-166A-B51D-7AB02390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20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F791-6C5B-ED59-822C-3EBA8524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B291C-A13E-14AD-1C3C-7DC3C450F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F75D-1D08-1EC6-B862-8F9B531F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FBE78-A071-D643-32B3-9C6E4F71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FE000-5902-4F3D-C9F9-1F85E551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46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EDB82-6321-8E2C-0687-A68D32B59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2B5DB-A52B-0C94-8E1A-6D22734C5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2501-A0F5-0651-4BBE-A18B39833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7DA9C-B666-EA49-C5E5-382E3408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30B12-59EC-0A2D-9382-D050FCCA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67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51DF2-4EF0-AFA7-C63E-D7EC5FC8B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5241A-F866-C076-9541-EAA697AB7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F95FB-C212-5E6C-1561-A638DE84D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D708F-D0F4-49EC-98E8-2B316FFB47D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77C73-58C1-2375-F49C-2AA6F7487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51C6F-324A-A80E-604C-235DCE251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987D7-F18A-49D2-B8FE-CFDE6E56E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29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4E6ED-C78D-2EC1-0494-9D59DB29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20" y="626994"/>
            <a:ext cx="11370071" cy="492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1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75B78-7079-8D5C-3404-50076D80C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23" y="1268543"/>
            <a:ext cx="8466554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0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008D15-60F8-7419-6124-E524A671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110" y="723358"/>
            <a:ext cx="7404914" cy="541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4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92A59-3834-8C49-7DC3-304EC8A19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34" y="609355"/>
            <a:ext cx="10745131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9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2026-08-06T15:28:46Z</dcterms:created>
  <dcterms:modified xsi:type="dcterms:W3CDTF">2026-08-06T15:30:52Z</dcterms:modified>
</cp:coreProperties>
</file>