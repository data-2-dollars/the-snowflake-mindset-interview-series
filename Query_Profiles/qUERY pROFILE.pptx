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801F9-A1CD-6166-7AF0-B1ED7491BB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28178E-3ABE-A449-7491-1E9D13B2E7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95D6C-46D9-435A-FBE6-AAD6DCD07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FC70D-737E-4233-8724-5E084F1F278B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ECAF9-910E-AD31-857A-69A8CE0B2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837ED-1294-0E4F-CDD8-713B4C025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D8B4A-536C-4347-B70E-E38AFA4E0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373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13324-70D5-A3DE-87A5-20995C85C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838BE-F4AD-82F3-AC52-FCE30E385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5E7D5-0347-9229-E17C-20A488626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FC70D-737E-4233-8724-5E084F1F278B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BB69B-4FAF-9C99-9070-243FCCEE4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22B07-3D1A-3008-E85E-8033857B6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D8B4A-536C-4347-B70E-E38AFA4E0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442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E6362-D0F1-D253-6328-AA02EE48C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0DA3EA-CE7B-4843-BF7B-07DDB3293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E4736-94B6-2EDD-3209-7E6BA2E91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FC70D-737E-4233-8724-5E084F1F278B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376F8-3722-7D26-F9B8-F2E903500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03318-93E6-A2EA-2237-83C1630C5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D8B4A-536C-4347-B70E-E38AFA4E0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109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CEA9B-0FAB-085F-6FBE-A74CC733C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F9DCB-3C45-4028-8436-A5547737E9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EA0852-82BF-D78B-1E0D-AEDAF5A4CA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54F880-12B3-FE0A-5B7F-A2CA8268E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FC70D-737E-4233-8724-5E084F1F278B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BB0F70-6683-8CE4-8608-E6FB68CDB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BAE7CA-1260-BB8F-F835-3D8760345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D8B4A-536C-4347-B70E-E38AFA4E0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829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68E29-0274-8080-C846-C092EF333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FF87AD-1B7E-EBBB-D960-A8B472ACD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9144F2-822C-5D0E-3390-4C303A0F1C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E10AD6-27A8-E16D-029D-47E571330F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D31F01-A6E2-9FA7-E579-E5DDFB202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C195E2-F329-5378-BF8C-ADB6A8890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FC70D-737E-4233-8724-5E084F1F278B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DB4BA5-CC73-A789-B158-255BD7A40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F2E251-65B3-E1E2-7BEB-E6455BD42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D8B4A-536C-4347-B70E-E38AFA4E0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017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2DF9E-7A38-EDD2-5638-0343FD3F8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5A1CEB-7229-4B29-5E1B-3CB5D8088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FC70D-737E-4233-8724-5E084F1F278B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C5D8F7-8963-883E-8FCA-FD2B915AD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C1A08C-533C-1FAA-DFA2-CC5B2FF06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D8B4A-536C-4347-B70E-E38AFA4E0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10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C160CB-9FEA-A8BE-F6F8-2C50C40E6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FC70D-737E-4233-8724-5E084F1F278B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8DB6E0-B6EE-F896-0257-63F8FCAB9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F4DC6-4DBA-95AF-1AFD-8A0B74CA8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D8B4A-536C-4347-B70E-E38AFA4E0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855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6C167-C627-CB2B-0CE9-592D58F9A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7431E-A829-4620-78C2-24E14AFD1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7456BF-6F7F-E151-ACE5-5423564D2E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4F7B04-D1B3-B120-D1AE-D81648BA1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FC70D-737E-4233-8724-5E084F1F278B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FDE4C9-926A-BFDB-D7EF-AC480CB8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057FC-F4B6-85DC-25EF-4B530679B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D8B4A-536C-4347-B70E-E38AFA4E0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972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88C9A-29D9-D81E-C9F5-C11C3AA94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14A8EA-5035-D361-D057-19D1CB6EA0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C77B22-ADD0-37B3-DFAF-82156BCF06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12C50E-6D79-87E3-4018-AC6E73E12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FC70D-737E-4233-8724-5E084F1F278B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007343-AD34-CA4F-4891-CAD42A770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45E03-DDBC-0382-4497-E619CF839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D8B4A-536C-4347-B70E-E38AFA4E0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160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18F8E-9ABC-9BA0-719C-A38A8038B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DB9F6-725C-404F-37E4-2B13E60C6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150F4-A19C-B92B-B001-7BD54E016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FC70D-737E-4233-8724-5E084F1F278B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A39EB-9C56-30CC-A70B-95C1559F7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F72DC-775B-E9A6-C7D1-D1BCFEE3A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D8B4A-536C-4347-B70E-E38AFA4E0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429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E0038F-FC8A-2D71-848F-3E355B03F9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6D4CF3-5553-A2C4-56FB-E041D9DB9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7F7AB-CB3E-98A9-C58F-C7438D6BC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FC70D-737E-4233-8724-5E084F1F278B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64E87-85B4-6480-E2DC-4F04F6B10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68C8E-6EB3-5596-19F3-572DD7E84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D8B4A-536C-4347-B70E-E38AFA4E0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152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4F7482-40BF-DCB2-1532-81DC777AB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E71E9-9729-0A98-16BD-F373E5758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B79F6-3FC3-7C09-7A6A-BCB7EA8B33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CFC70D-737E-4233-8724-5E084F1F278B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F5DE7-53B8-095B-50A5-9F82E5B4AE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2B991-AE33-2063-289B-25ECC51D26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8D8B4A-536C-4347-B70E-E38AFA4E0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65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DD738E-68DE-6DB7-7C78-E758CE850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17" y="1466680"/>
            <a:ext cx="10905165" cy="392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27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B1009B-78C9-5AC1-DCC4-89BEE5319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32" y="281667"/>
            <a:ext cx="11484335" cy="629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251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2A11CF-68E9-1B6E-36A2-2229CCD89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8095"/>
            <a:ext cx="12192000" cy="526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182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CF5A821-4752-C88F-ABD0-EC17AF79B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824" y="376925"/>
            <a:ext cx="7064352" cy="610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521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C29BAA-02BB-ABFF-B0D1-19B95FC2C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679" y="0"/>
            <a:ext cx="8337781" cy="6673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274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Jaswinder Singh</dc:creator>
  <cp:lastModifiedBy>Jaswinder Singh</cp:lastModifiedBy>
  <cp:revision>1</cp:revision>
  <dcterms:created xsi:type="dcterms:W3CDTF">2026-07-31T14:01:39Z</dcterms:created>
  <dcterms:modified xsi:type="dcterms:W3CDTF">2026-07-31T14:04:55Z</dcterms:modified>
</cp:coreProperties>
</file>