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BBAED-83D0-4BCD-B12C-A663D908CDF4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8E27D-2BCF-4415-AAA8-F62455868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56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8E27D-2BCF-4415-AAA8-F6245586846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20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792D-AC2E-82E2-A049-8E0037F67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F361E-6A89-9B54-88C2-502EEB345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4997-DFD3-C883-1C58-7D371133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08D4-1C92-AFCD-5F57-CF39A738E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4BFC1-8403-765D-81C6-15758914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04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1C36-8766-68D1-A007-BD29239D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090DF-1780-F17C-89AC-45FCF7C5C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93752-85F2-3DDA-29EE-D760D313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34A0A-587C-5DD4-5279-C4A97A65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A3ACA-9C1B-B815-B5AC-46D87754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0D87-D96F-40EA-EE1F-2E463A1F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93B3A-AC6B-EDB5-671F-AEF4F9952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97281-031C-CE34-B769-798F1675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0A17B-91B1-46CB-CA8E-0BB89419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31D08-ABA0-45E2-7BD9-9FB5DFE3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40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5F2A-6D3E-1CF6-3C82-01661441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2F3F-BAB4-2C86-1664-53A37E864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AEC8B-3305-575C-DCD6-9C8B7C709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9399D-E84B-D1C6-4279-1052B320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76B48-0A11-B956-D710-C31CDA1C3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E982A-3986-D14B-1EFD-41BE26E3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24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4CF8B-91B5-CF9B-67FB-B8419DEE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2B438-0794-7173-5469-82691FB6E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7EF4C-DD51-A9D0-13B3-AFF23326E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0D03A-BA48-7DC0-C2C7-7B154B0B2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50A77-862B-0A82-0685-0C89DCD67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2169E-C14E-C143-86DB-A607BF0C9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5C3A66-2A89-37DC-C532-4A97F0A8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5D151-D634-2235-BA86-51A42B0F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223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6D63-8426-1F67-4E6E-A113215B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42A85-C648-3799-CF7B-6AAC863A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BE6C7-5C5B-8AD1-3A48-DD3C5E8F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0491F-DB2C-21FF-A482-FB97495A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46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8D7E4-4052-D178-778A-F8445797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49F5C-D552-B1D9-2A81-360CC66B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7DB5-BF73-AD70-470F-C65AC8D4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26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821C9-1959-4216-A1DF-8D55A636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72D1-7D3F-3F12-9CB8-D6B1C8BCA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90835-41BB-64E0-05D0-DFA5A8DCC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02845-1427-97E8-4456-61CDF56FA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3DAB3-4A7B-CC7B-FE08-B91A10D2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AA0FD-9B86-B262-AFA2-454523BB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81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5F9FA-1E6B-B660-F55C-560D24A1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2485A-3166-B59F-3213-35FAE49A6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9CFE1-E730-AA93-7138-F52E21101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226C9-E1BE-17EB-8B12-6569A643A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5988E-8372-52D3-FB93-A56D15D2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9F9FB-F1D9-01C0-360B-49E0C888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0AA4-C003-99D6-9034-7FF92F43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B0FAA-4C0C-D75F-4510-43D1B4D56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614B5-D528-494B-059A-5EB81ACE3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A1378-8406-7B0F-8256-E4ABDDAA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9F7EC-BA7E-1A06-2835-4851C402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4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F9839B-CC1D-F4DD-5C44-0C0371423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3FB24-50BB-38DA-C28B-64656D5A9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DF05E-D182-4F95-C852-B76B576F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D4E5C-FB14-C5C2-0C7E-64FCAD85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9799A-97C0-BEB1-10E5-EFFA63EE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33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EEB04-E4FA-EAFD-8D7D-FA4BB8DE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BFECA-397B-9B05-532F-F339C814B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8AD3-918E-69DB-8171-F4F08E67D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3186E-BFC3-4EFB-907E-4228D5AE0589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5AD64-907C-C19D-9411-6B6609C1C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057EF-94E7-32AF-91A6-29E581B1B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2577B-88DB-4AAA-BECC-C06FEC4C1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82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0AFA-8DCE-75AA-ADAC-B6B7A560F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5C6D4-B538-EFA1-8B15-EFBA940FA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2A830-32D0-4E48-C11E-A18012E7E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8" y="304529"/>
            <a:ext cx="12040643" cy="62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70B2CE-2F0D-AA21-C3E8-C49343DA7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3747"/>
            <a:ext cx="12192000" cy="521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9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2026-09-20T11:20:44Z</dcterms:created>
  <dcterms:modified xsi:type="dcterms:W3CDTF">2026-09-20T11:20:50Z</dcterms:modified>
</cp:coreProperties>
</file>