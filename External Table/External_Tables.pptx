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2DCC-B7C5-12CB-DBA4-CF1F0810B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251B7-CC17-A2D5-4576-D2D0AB382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0C86E-5269-E432-EED1-0480CEA6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30629-49A6-1D6A-3800-C694A82C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37B17-B632-2FA3-F317-392BC866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6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CB76-749D-2A7C-B8D3-FD3E319E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27496-CAFD-5D92-0D6D-58DA9BDD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9506F-9604-291A-2F89-68E16EDB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48946-A433-B2E0-49C7-F10AC284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CC907-8C12-8689-17AE-09858908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3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5FC5-03F9-85FC-050E-7CF1100C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E0071-1B46-C98A-249E-A2E79E1EA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F9EB1-9109-A577-29DC-740047E0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84939-BDCE-EB3B-F1F9-B88C4CA7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87398-B940-D1D6-07B8-5BA2DDED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6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557D-BD8C-2451-B2D0-AB4369E7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8D49-0CA1-0E03-96A7-E5F2CF922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7D7AA-41AD-44E6-3C71-28CF92FF3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1CEF7-61DB-AB0B-8734-6A016A0C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EFCFD-76BA-4A64-89C2-A3CE8D1E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1E9D6-0DEA-9CD5-0B44-BA4D4A90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50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6874-9B38-2ED8-D01F-29AF46A0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67D74-1845-01BE-D99E-D62D10F45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8A00F-F7A3-98A8-FFE9-AE46BAF74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E1FDD-68BF-1705-D6EC-6386DE0E4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AC77B-B26C-3BFD-893B-C5DB901A0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59C79-B364-D649-32F5-3FCDAA31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3C438-DCDB-ED06-2CDF-53783BAA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8336A-5410-13B6-F30A-8399EAE0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00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E8D3-61A8-23D9-2C18-E1572363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DB960-CEE6-5760-8CF9-15ED146B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6AE0D-1D41-7023-9ED6-2267B6AC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F610B-66D1-9A5F-012F-99CE1A48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3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32108-24BF-BEEF-62F8-AEBC9C64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C51722-241E-E4CA-4EBE-347BDD58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DF747-9348-EB0B-358B-178D2DCD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81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F1B5-60AD-3613-3CC1-32EFB383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35231-81A8-AE46-1E84-0977CC27F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6E351-F787-9C13-C293-BA8679B13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E988-812D-9B6B-5CD5-DFBF0BAF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BBEFE-27AC-99B1-9403-E7508A6D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7FC80-4DEC-BCE3-1AAD-B4E190AB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39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D757-DF0D-1AA8-7625-4F422206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1428A-6C34-B6A3-1C09-10A9A39C7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BB16F-027C-7D49-B813-593839D29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D9722-E237-27EA-82FB-64B9F7B0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35A13-8DD1-41D0-9377-A460DCCD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8AE32-F8A5-1127-97F2-9824A548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88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1A96-C1E6-0C5D-5252-DA96A25A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498D9-0BEE-92C4-D772-A94099757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E1BC-D62B-6CCA-F150-CF980DDA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F5268-4E6D-EC11-F390-22855C04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DA16-5D69-BFCA-6FBF-17860794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84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42004-B095-30CA-39AB-4CDA17D55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A409A-A9C0-6232-FF45-09881285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F92B3-6125-A975-C4FF-0477165C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53A2-23B3-C3A5-3D95-5D8511D5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AE3AB-DB0F-1808-E081-463A0501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3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42566-4825-3C68-9069-15261649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BA066-6673-9D1F-739C-59D3B4EBD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6A24-0E80-CE47-7762-7DF4B96E6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42A0E-1357-413D-999C-B5F0B1D15E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CCD27-A656-5C03-CBA5-3630F4B10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75CA2-F2D3-DD8D-6C0C-7767A2B36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BDB80-F220-4682-A18E-AAF1FBF49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8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B7E11-B0B3-4088-61A0-CF673D73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727"/>
            <a:ext cx="12192000" cy="547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6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2026-08-03T14:32:49Z</dcterms:created>
  <dcterms:modified xsi:type="dcterms:W3CDTF">2026-08-03T14:33:05Z</dcterms:modified>
</cp:coreProperties>
</file>