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9A2E-6FEA-3246-383E-76EA85E91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BDB7C-2697-9F37-5AD7-B45968FC5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C705-DC70-6CE7-2244-64584F38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C09AA-52AA-94F8-87AC-DBF7BEB8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43F9-B1A6-53D3-FEFA-7C72401E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3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3FBF-85A6-AA28-AF27-872F52CD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E029-46F8-1E1E-E768-AC60C2D9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B579-2FF4-FACB-4F32-293FC723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3DC9E-0DCD-115B-5D32-96ACA910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39F76-0CA4-7346-71DA-EA771AD8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C22D-A6EC-7DF7-BEB5-D7E246F9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AFD9F-AC23-8434-6972-02488CCA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C434E-C374-EF63-A793-3E5A09EC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B74E9-4891-F9C7-AF3F-555A88CF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43A3-E46A-052D-AE7E-9617467B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1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C6B1-F673-CEFE-AE91-C093B449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6B20A-7FEC-EE5F-ABA7-3AF4524F4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94313-D19E-B9E5-75AC-A71845B8E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FC72E-E058-CE8F-045D-8623F55A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F8EC4-92BA-554F-911A-5918A95E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9D75D-8994-ED08-5EB3-6D656C52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33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2028-C3D0-4FA7-7490-F3ACE6FE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4809-A92A-A880-5FE6-DA4C17BDF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3CF85-50E7-F878-1BA9-1D3E31417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A39AD-7722-BEAA-C95D-8E683B6CE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E0B89-53BE-D7A3-A3A3-C61B1332E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112BF-33EB-0E1D-E223-BC2D76EC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7C261-AF54-D73F-0FA0-74AF7325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814D-6196-4162-504C-5C72E1CA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8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A0A3-854C-5F89-F3C4-488B1337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6F1CE-C34C-9970-78CA-424363A9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990E3-02AF-08D4-7999-1F3F956C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405EA-E0EA-8D38-8C12-2C7CF796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3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0E128-DD0C-F86A-BBB4-950CAB8C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0819F-0BDC-2BB9-2841-B5530DC1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C6DEE-1CCC-2EA8-DF83-F2F73652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6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BA49-6F50-6EB6-F2FA-702E9CAA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160C3-CE81-8EF1-0961-FF3FBABC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13060-BA74-5429-4BE1-AB74747A0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E9FF0-4CA2-AE2A-96BF-823FD576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0770C-7DBA-E05A-BFAC-605565D0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65D7B-CD10-BC1F-C51C-1ABBC7D6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6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C98E-CF6B-B0A2-83D3-5070BE78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07AC4-489B-A71F-0FBC-E1AF87932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F006D-922A-4E07-170B-417525442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1015C-0773-9463-9C94-0A5AB132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733AD-A99A-D2F1-A5E7-B8B1E477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1E0EA-84D2-70C0-A0ED-424229A5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26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3040-52F7-BEA8-E963-0F4467EF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66DE1-E3AE-D96A-F143-FB5E84CDE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7F4D-36B1-1162-AE18-F8E09EA7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21A6-8755-1927-EB6B-9B55D90E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9274C-1741-4026-0EA7-E296B4F0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6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BFD7F-8D2C-2E47-E7AE-248152218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BF0DF-EECD-A3CF-0C68-6DA46D99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46B0-C637-4F73-5F8F-B40133B3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63B1-10DE-EF5F-437A-E05A048C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E4ED-6239-89F6-21DF-2C4F44C1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06CF0-A23C-A826-F5DE-31964E50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BC28-0AF5-25EE-10B1-6590306D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2B9E-EE4A-DC96-AFF6-E402AD00A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E29A-B285-4F7D-C029-2645F55C7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F7EC-0988-DCA6-15A0-8CB5CFA10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1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D2B70-4438-5BCD-98F8-9B5F25F7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18" y="777010"/>
            <a:ext cx="9502964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2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70EEF-4E66-6572-2388-C776B5CB1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76" y="799872"/>
            <a:ext cx="9312447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31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E6D148-15DA-18C6-0C53-6A5E2835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48" y="872268"/>
            <a:ext cx="8817104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2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74BF8-7F57-00E5-AE7B-1A87E051B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76" y="773200"/>
            <a:ext cx="9312447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0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82D9ED-A9F9-120A-3971-9082F17B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18" y="1058974"/>
            <a:ext cx="9281964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21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1D3D69-9227-7739-3D89-DCA1C3AB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18" y="830355"/>
            <a:ext cx="9281964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6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D6F46-6A39-3EC0-727E-426156E3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21" y="777010"/>
            <a:ext cx="9205758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8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9AE126-220C-3CC7-A097-3896DCA4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45" y="811303"/>
            <a:ext cx="933530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9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45845-8EFC-7DA3-E99A-4C4E49803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45" y="761769"/>
            <a:ext cx="9335309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1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2</cp:revision>
  <dcterms:created xsi:type="dcterms:W3CDTF">2026-07-31T14:13:53Z</dcterms:created>
  <dcterms:modified xsi:type="dcterms:W3CDTF">2026-07-31T14:26:11Z</dcterms:modified>
</cp:coreProperties>
</file>