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F4279-6E02-F390-ACAB-484D66A1E4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1D1F3-2FE2-A37D-CAF3-6EA700E14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A0499-3BD8-4EEF-B16C-DEB680571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5084-E79D-C6A5-64E4-E27F4D71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A2D3-972D-6C62-1713-11EF28F4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82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0B98-04D4-D8E2-2804-06C0EA22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E6E7E-4963-72AF-6D80-F39DD6377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FD13E-FCC3-204C-09AB-6739ECB68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51AA7-618F-27D3-7DB9-3767E1DC2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AC9D0-13E5-1849-1628-BFE4A9A0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069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B5C9-929E-B9AD-9D42-65360C93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DDAE7-7776-4D62-F1C9-0AF833167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EBC94-997A-20FF-64B9-28D7E682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0D39A-C98F-CA70-4ACB-8C25211CA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B14A9-A04C-7C7F-409B-E8EDB1B4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899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BA17-E699-7F6F-B95B-8BB2CEAC5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8417A-3E0C-B07E-C553-38C820F26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E007E-9331-8233-1DF8-A8C7FB9AF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7481D-A340-B76A-C88E-E4FF01BC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653BB-F9B8-2E2C-73A5-EB59899A1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9A3AF-055F-A418-8323-EF4058A9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27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93FA-DD3C-FF1E-F0B0-6A45C7A44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4676B-5934-4ACD-529E-64B9E7607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FC47E-0C34-04BF-AB4C-2FD4FD981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767B1-A3DF-1458-9F6D-FA08F51AC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F423CE-8586-B430-8A7D-9FBAF221C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F7512D-D098-2982-87F3-B072EA3A1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11FDA0-BB28-D3E5-8C64-2DE45249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5B0E9-8D5B-3171-9569-E54FDB4B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35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85B3-21C2-25F6-1995-103492B5C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4E876-96A2-6571-B9C1-717ADB3D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B3C36-B320-A253-FE7C-DB60C18E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1C82B-2C10-5511-0527-89E0122C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7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F3CEB4-3B41-BA56-2582-220D086A1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03967-906B-B0A7-87C9-AA7B1A1FF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7311B-56BA-F772-E882-F533B3BE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27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2971B-1C66-705E-1EBD-23BBCD9DE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BF34C-B4A9-4AD4-D6D5-FFBDF49CA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8BF804-FAD7-799B-5722-F781ABFBE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FB3F0-8C42-9C53-AD9F-8F97AAE6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62350-DE73-4A80-D395-BC9766EC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7C02D-CC47-EBC6-DA2A-1165C24E6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01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0782-D77C-A873-90EC-65C4252B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16C3CB-7A16-0A73-AD86-44494457D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52D1B-A161-0A13-C150-DB2A17F32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028F4-DAAD-7438-B72F-7F00EBC1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22616-75F2-D5BB-C905-37C7A980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3D539-C85B-3AB0-8827-B01853AC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99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89A2-5D7A-0A7B-D877-DD7DF488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40B9E-648E-8D1B-0C11-1F5EA75C0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F065B-CD74-D8DF-4164-A10632D2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0DB64-F0D8-DAF2-343F-FD90444E4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83C0D-C6B5-51A3-119D-ECF817C4C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48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D9171C-BCF7-B098-4865-5F76EC2D9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AA02E-DFB9-A57B-B9D9-96CD969D0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44ACB-2D98-2B5E-A02C-95AE5DAF6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2A22F-39CA-B0EE-05C8-15C509FF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2E49C-0ED6-6334-2704-4B4DB9F6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15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72010-71B4-0D43-3F6C-A481C42C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E9B54-CD45-13A9-410F-BCA5662C6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9DCBD-E711-6FF7-1FA6-0B2D27241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4B847-2F6D-46B2-9962-EE54DD0BBD4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63AC9-470C-C2B9-EDE9-242E54AFA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C68F7-66F1-A725-A4ED-A0F875E46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C4B39-E5D1-40D1-9545-4DF46E8EE3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38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7B0FDB-B158-62F0-727F-E36CBC26E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" y="1081836"/>
            <a:ext cx="10569856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78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A03555-64BC-2509-308B-6CF5315A7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39" y="563631"/>
            <a:ext cx="11331922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72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2026-07-18T07:58:08Z</dcterms:created>
  <dcterms:modified xsi:type="dcterms:W3CDTF">2026-07-18T07:59:17Z</dcterms:modified>
</cp:coreProperties>
</file>