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F57C-73D6-2D44-88AA-A2EA7D97D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A9A2C-E1AD-9535-2C33-F69EDB543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D224E-A844-D4A9-8AB8-F724532F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B203E-53E9-F1AD-0804-53CEE23DA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09108-1D85-5C49-AC70-A5C7DAEE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53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AA989-C0E2-D3F8-648D-B9FEB1DD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0DFEC-7881-B83D-CB3F-F78205E9F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2BBF5-7DFB-5FFA-65EE-C1A0956C1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A65D8-6B2F-59BB-0DC5-46F7B1920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014FB-F651-CFC4-8ECE-59B7E751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054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D47A-753D-49FC-C6B5-F6546D912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2B9AF-1385-4EE4-D8D8-C3E447C64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B4069-63C3-663A-EBE4-5FA563D5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4BF0C-45E6-6558-915B-E69F408E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67EC-B87D-63A4-667F-6ADED2A9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15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5D81-67D0-046A-8E26-18AAF6CC5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085E-104A-BAD1-30C5-B7AD85E588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B4250-1453-6775-D0F2-73EDBB28F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90EBE-B1FE-61F8-9939-3B691810A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A4056-B9BF-0DAE-492B-9DF04A59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E2D50-2A16-0170-6F4F-6163D3B9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704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AD4B-0261-C771-F07A-18B82D0D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58406-C069-80E5-743E-9742A91EA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513CA-31B3-DB95-E8D7-C958E8F3C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B451A7-5A3C-F0AA-5AEC-8E9493370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91CB3-CE56-3E22-4971-4368C874A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477AF-DB21-D932-6895-7DBA480E3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37B0A-4C08-07F3-B56F-6B2507571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77C5B7-6A10-4558-F026-3F752A44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60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027B-C85E-EA67-F327-E2935150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B778A-B54E-1CA7-F12E-9E9DAD78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234AE-060B-6922-446E-3D171AFCF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1B616-3D35-D5BD-4E38-DDF395E5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2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CA9E2-A33A-C367-F8EF-1C5AFCF81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97A3F-5E50-FFF6-5C64-2D448791A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9FDD8-470E-0577-A1FA-1DE806750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41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8FB4-A7AA-B634-8894-3BA30411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9DE05-E064-E6EE-F81C-61AD454A0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4FFE4-8C57-1D80-4FEC-896E9F032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9448C-02F3-B051-280A-7BEA7051E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55CDF-C6B6-E141-A022-23D2F77AE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214BB-F2D7-F4A5-42B5-7B263125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77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D1D78-454E-AFDF-F75E-A3B66C16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A129B-8FF6-C6A1-9333-E60A6A66E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C192A-6177-B67A-EDB9-D1395AE89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AA965-FF9A-97F6-2F93-DB97A285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65252-9570-1E9B-C732-E84BCD652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D3044-1395-011A-98F0-D7B52F3A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1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0F68B-0437-EBA6-94BD-6FC6937D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E2D2B2-3099-A920-8F5F-8F5458D8B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D903-0FCB-FDAE-3D1C-E11617DB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B0A04-0390-170B-2308-19335A7C2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7E544-AE49-3396-471B-21203A99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646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ED993-2AA3-6E21-98B7-8BA99C9CE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80A15-C9C5-0EDE-BEB6-4EA2B43E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F71A6-1D80-2A0A-3F38-4085C56C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E6F3A-A00B-5AB2-FAB0-37CDDB5D3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9C238-5933-4AC5-BAA1-E9C6CAD7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02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EFD7F-5DF9-CB0E-83B4-78DA3A78D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19BE3-B0BB-C211-5344-192A1DBF5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746B9-FA84-7D82-E025-97314D8BC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035CA-EE65-44D1-86FE-ED0EF8706B59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0AFDE-749C-C8EF-9977-014500A5A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CABF0-A8BC-8E38-8CF6-FCD6A771AE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A8245-FA61-4090-9AF3-858D1659B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64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BF6E0B-353D-7956-A6C2-F7639B6A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223" y="1321887"/>
            <a:ext cx="8687553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12FAD9-E3CA-D416-BA79-E52B6A357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44" y="811303"/>
            <a:ext cx="8893311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9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7903E-8768-228B-3C59-BE40D933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12" y="666510"/>
            <a:ext cx="10097375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5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2026-07-18T07:56:29Z</dcterms:created>
  <dcterms:modified xsi:type="dcterms:W3CDTF">2026-07-18T07:57:49Z</dcterms:modified>
</cp:coreProperties>
</file>