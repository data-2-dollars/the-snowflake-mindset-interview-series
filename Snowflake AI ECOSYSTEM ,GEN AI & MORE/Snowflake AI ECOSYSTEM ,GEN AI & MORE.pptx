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75414-E761-1A17-7B31-ECD5661DC7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BC8DC39-6ADD-9894-9113-8FDE42B1BD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C8E4368-2C4E-BCEB-5B68-6B78A1CA33E9}"/>
              </a:ext>
            </a:extLst>
          </p:cNvPr>
          <p:cNvSpPr>
            <a:spLocks noGrp="1"/>
          </p:cNvSpPr>
          <p:nvPr>
            <p:ph type="dt" sz="half" idx="10"/>
          </p:nvPr>
        </p:nvSpPr>
        <p:spPr/>
        <p:txBody>
          <a:bodyPr/>
          <a:lstStyle/>
          <a:p>
            <a:fld id="{3E7789EE-B757-4C7D-A804-D2E15635DF42}" type="datetimeFigureOut">
              <a:rPr lang="en-IN" smtClean="0"/>
              <a:t>05-09-2026</a:t>
            </a:fld>
            <a:endParaRPr lang="en-IN"/>
          </a:p>
        </p:txBody>
      </p:sp>
      <p:sp>
        <p:nvSpPr>
          <p:cNvPr id="5" name="Footer Placeholder 4">
            <a:extLst>
              <a:ext uri="{FF2B5EF4-FFF2-40B4-BE49-F238E27FC236}">
                <a16:creationId xmlns:a16="http://schemas.microsoft.com/office/drawing/2014/main" id="{7CFB3609-23E3-F469-EE31-99F1D96375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65CE7E-92C5-9128-299F-E28713D994DA}"/>
              </a:ext>
            </a:extLst>
          </p:cNvPr>
          <p:cNvSpPr>
            <a:spLocks noGrp="1"/>
          </p:cNvSpPr>
          <p:nvPr>
            <p:ph type="sldNum" sz="quarter" idx="12"/>
          </p:nvPr>
        </p:nvSpPr>
        <p:spPr/>
        <p:txBody>
          <a:bodyPr/>
          <a:lstStyle/>
          <a:p>
            <a:fld id="{8AF5C579-F6F6-490D-8E8D-91FE61894975}" type="slidenum">
              <a:rPr lang="en-IN" smtClean="0"/>
              <a:t>‹#›</a:t>
            </a:fld>
            <a:endParaRPr lang="en-IN"/>
          </a:p>
        </p:txBody>
      </p:sp>
    </p:spTree>
    <p:extLst>
      <p:ext uri="{BB962C8B-B14F-4D97-AF65-F5344CB8AC3E}">
        <p14:creationId xmlns:p14="http://schemas.microsoft.com/office/powerpoint/2010/main" val="3349013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44CB0-73CF-5C51-5FC0-EFD31AC19D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6E0D2FF-24A8-475F-650D-435970F9F5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2B9724-087C-6FBD-08D1-861B9F45D326}"/>
              </a:ext>
            </a:extLst>
          </p:cNvPr>
          <p:cNvSpPr>
            <a:spLocks noGrp="1"/>
          </p:cNvSpPr>
          <p:nvPr>
            <p:ph type="dt" sz="half" idx="10"/>
          </p:nvPr>
        </p:nvSpPr>
        <p:spPr/>
        <p:txBody>
          <a:bodyPr/>
          <a:lstStyle/>
          <a:p>
            <a:fld id="{3E7789EE-B757-4C7D-A804-D2E15635DF42}" type="datetimeFigureOut">
              <a:rPr lang="en-IN" smtClean="0"/>
              <a:t>05-09-2026</a:t>
            </a:fld>
            <a:endParaRPr lang="en-IN"/>
          </a:p>
        </p:txBody>
      </p:sp>
      <p:sp>
        <p:nvSpPr>
          <p:cNvPr id="5" name="Footer Placeholder 4">
            <a:extLst>
              <a:ext uri="{FF2B5EF4-FFF2-40B4-BE49-F238E27FC236}">
                <a16:creationId xmlns:a16="http://schemas.microsoft.com/office/drawing/2014/main" id="{074D5A47-4F5C-E6DB-FA23-37CCB36C63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5C7748-5408-8E8B-0561-CEA1FF0E0A08}"/>
              </a:ext>
            </a:extLst>
          </p:cNvPr>
          <p:cNvSpPr>
            <a:spLocks noGrp="1"/>
          </p:cNvSpPr>
          <p:nvPr>
            <p:ph type="sldNum" sz="quarter" idx="12"/>
          </p:nvPr>
        </p:nvSpPr>
        <p:spPr/>
        <p:txBody>
          <a:bodyPr/>
          <a:lstStyle/>
          <a:p>
            <a:fld id="{8AF5C579-F6F6-490D-8E8D-91FE61894975}" type="slidenum">
              <a:rPr lang="en-IN" smtClean="0"/>
              <a:t>‹#›</a:t>
            </a:fld>
            <a:endParaRPr lang="en-IN"/>
          </a:p>
        </p:txBody>
      </p:sp>
    </p:spTree>
    <p:extLst>
      <p:ext uri="{BB962C8B-B14F-4D97-AF65-F5344CB8AC3E}">
        <p14:creationId xmlns:p14="http://schemas.microsoft.com/office/powerpoint/2010/main" val="1678101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A49DB-BB6A-080B-519A-60BC08A9F9A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BBB6652-AB70-4E8B-67DD-144FF421129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9670C6-16B3-82E7-6D2F-430B5AB4AF47}"/>
              </a:ext>
            </a:extLst>
          </p:cNvPr>
          <p:cNvSpPr>
            <a:spLocks noGrp="1"/>
          </p:cNvSpPr>
          <p:nvPr>
            <p:ph type="dt" sz="half" idx="10"/>
          </p:nvPr>
        </p:nvSpPr>
        <p:spPr/>
        <p:txBody>
          <a:bodyPr/>
          <a:lstStyle/>
          <a:p>
            <a:fld id="{3E7789EE-B757-4C7D-A804-D2E15635DF42}" type="datetimeFigureOut">
              <a:rPr lang="en-IN" smtClean="0"/>
              <a:t>05-09-2026</a:t>
            </a:fld>
            <a:endParaRPr lang="en-IN"/>
          </a:p>
        </p:txBody>
      </p:sp>
      <p:sp>
        <p:nvSpPr>
          <p:cNvPr id="5" name="Footer Placeholder 4">
            <a:extLst>
              <a:ext uri="{FF2B5EF4-FFF2-40B4-BE49-F238E27FC236}">
                <a16:creationId xmlns:a16="http://schemas.microsoft.com/office/drawing/2014/main" id="{A9F688AE-6449-FD30-257C-CC85717B7A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CBE9A6-3F12-386E-593D-60B8E1877D42}"/>
              </a:ext>
            </a:extLst>
          </p:cNvPr>
          <p:cNvSpPr>
            <a:spLocks noGrp="1"/>
          </p:cNvSpPr>
          <p:nvPr>
            <p:ph type="sldNum" sz="quarter" idx="12"/>
          </p:nvPr>
        </p:nvSpPr>
        <p:spPr/>
        <p:txBody>
          <a:bodyPr/>
          <a:lstStyle/>
          <a:p>
            <a:fld id="{8AF5C579-F6F6-490D-8E8D-91FE61894975}" type="slidenum">
              <a:rPr lang="en-IN" smtClean="0"/>
              <a:t>‹#›</a:t>
            </a:fld>
            <a:endParaRPr lang="en-IN"/>
          </a:p>
        </p:txBody>
      </p:sp>
    </p:spTree>
    <p:extLst>
      <p:ext uri="{BB962C8B-B14F-4D97-AF65-F5344CB8AC3E}">
        <p14:creationId xmlns:p14="http://schemas.microsoft.com/office/powerpoint/2010/main" val="4129755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07533-AC78-A43D-2C57-9CF6E7BA7D3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51B1C3-9946-FECB-928D-47410C082E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FB7E1BB-7563-4ED7-F97F-CE7093E170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DB90E18-072A-2609-56D3-9193BAEDD6A8}"/>
              </a:ext>
            </a:extLst>
          </p:cNvPr>
          <p:cNvSpPr>
            <a:spLocks noGrp="1"/>
          </p:cNvSpPr>
          <p:nvPr>
            <p:ph type="dt" sz="half" idx="10"/>
          </p:nvPr>
        </p:nvSpPr>
        <p:spPr/>
        <p:txBody>
          <a:bodyPr/>
          <a:lstStyle/>
          <a:p>
            <a:fld id="{3E7789EE-B757-4C7D-A804-D2E15635DF42}" type="datetimeFigureOut">
              <a:rPr lang="en-IN" smtClean="0"/>
              <a:t>05-09-2026</a:t>
            </a:fld>
            <a:endParaRPr lang="en-IN"/>
          </a:p>
        </p:txBody>
      </p:sp>
      <p:sp>
        <p:nvSpPr>
          <p:cNvPr id="6" name="Footer Placeholder 5">
            <a:extLst>
              <a:ext uri="{FF2B5EF4-FFF2-40B4-BE49-F238E27FC236}">
                <a16:creationId xmlns:a16="http://schemas.microsoft.com/office/drawing/2014/main" id="{156FE23C-74CD-6DDE-25A8-F9B87C1921C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7012A0-0B4D-A149-3A6F-9803F4322DA9}"/>
              </a:ext>
            </a:extLst>
          </p:cNvPr>
          <p:cNvSpPr>
            <a:spLocks noGrp="1"/>
          </p:cNvSpPr>
          <p:nvPr>
            <p:ph type="sldNum" sz="quarter" idx="12"/>
          </p:nvPr>
        </p:nvSpPr>
        <p:spPr/>
        <p:txBody>
          <a:bodyPr/>
          <a:lstStyle/>
          <a:p>
            <a:fld id="{8AF5C579-F6F6-490D-8E8D-91FE61894975}" type="slidenum">
              <a:rPr lang="en-IN" smtClean="0"/>
              <a:t>‹#›</a:t>
            </a:fld>
            <a:endParaRPr lang="en-IN"/>
          </a:p>
        </p:txBody>
      </p:sp>
    </p:spTree>
    <p:extLst>
      <p:ext uri="{BB962C8B-B14F-4D97-AF65-F5344CB8AC3E}">
        <p14:creationId xmlns:p14="http://schemas.microsoft.com/office/powerpoint/2010/main" val="1169489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4BDF3-58C8-4685-AC8E-4B85AE11A74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8FD680C-4EA5-F278-5E8C-BDB2B23DD7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BFEE71-9754-E0D7-CC93-EE68D25AFD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F02C734-1FB0-8558-6800-B0CDA61171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8EF274-0127-3C5A-5F5F-6FA2FBFCF8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BE1474B-D9DB-4385-A163-E408C0EF3875}"/>
              </a:ext>
            </a:extLst>
          </p:cNvPr>
          <p:cNvSpPr>
            <a:spLocks noGrp="1"/>
          </p:cNvSpPr>
          <p:nvPr>
            <p:ph type="dt" sz="half" idx="10"/>
          </p:nvPr>
        </p:nvSpPr>
        <p:spPr/>
        <p:txBody>
          <a:bodyPr/>
          <a:lstStyle/>
          <a:p>
            <a:fld id="{3E7789EE-B757-4C7D-A804-D2E15635DF42}" type="datetimeFigureOut">
              <a:rPr lang="en-IN" smtClean="0"/>
              <a:t>05-09-2026</a:t>
            </a:fld>
            <a:endParaRPr lang="en-IN"/>
          </a:p>
        </p:txBody>
      </p:sp>
      <p:sp>
        <p:nvSpPr>
          <p:cNvPr id="8" name="Footer Placeholder 7">
            <a:extLst>
              <a:ext uri="{FF2B5EF4-FFF2-40B4-BE49-F238E27FC236}">
                <a16:creationId xmlns:a16="http://schemas.microsoft.com/office/drawing/2014/main" id="{59499D2B-5B56-A315-0345-6B8B17EAC68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C02CF2C-516E-8835-9873-478F1C79E07B}"/>
              </a:ext>
            </a:extLst>
          </p:cNvPr>
          <p:cNvSpPr>
            <a:spLocks noGrp="1"/>
          </p:cNvSpPr>
          <p:nvPr>
            <p:ph type="sldNum" sz="quarter" idx="12"/>
          </p:nvPr>
        </p:nvSpPr>
        <p:spPr/>
        <p:txBody>
          <a:bodyPr/>
          <a:lstStyle/>
          <a:p>
            <a:fld id="{8AF5C579-F6F6-490D-8E8D-91FE61894975}" type="slidenum">
              <a:rPr lang="en-IN" smtClean="0"/>
              <a:t>‹#›</a:t>
            </a:fld>
            <a:endParaRPr lang="en-IN"/>
          </a:p>
        </p:txBody>
      </p:sp>
    </p:spTree>
    <p:extLst>
      <p:ext uri="{BB962C8B-B14F-4D97-AF65-F5344CB8AC3E}">
        <p14:creationId xmlns:p14="http://schemas.microsoft.com/office/powerpoint/2010/main" val="1619584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2D9E5-4F9E-E6F7-E310-48785DF26DF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F724A78-094E-A9A6-E940-E08D6E517C25}"/>
              </a:ext>
            </a:extLst>
          </p:cNvPr>
          <p:cNvSpPr>
            <a:spLocks noGrp="1"/>
          </p:cNvSpPr>
          <p:nvPr>
            <p:ph type="dt" sz="half" idx="10"/>
          </p:nvPr>
        </p:nvSpPr>
        <p:spPr/>
        <p:txBody>
          <a:bodyPr/>
          <a:lstStyle/>
          <a:p>
            <a:fld id="{3E7789EE-B757-4C7D-A804-D2E15635DF42}" type="datetimeFigureOut">
              <a:rPr lang="en-IN" smtClean="0"/>
              <a:t>05-09-2026</a:t>
            </a:fld>
            <a:endParaRPr lang="en-IN"/>
          </a:p>
        </p:txBody>
      </p:sp>
      <p:sp>
        <p:nvSpPr>
          <p:cNvPr id="4" name="Footer Placeholder 3">
            <a:extLst>
              <a:ext uri="{FF2B5EF4-FFF2-40B4-BE49-F238E27FC236}">
                <a16:creationId xmlns:a16="http://schemas.microsoft.com/office/drawing/2014/main" id="{1B2690B2-A380-F6F8-D73F-6915AEB8072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AD27653-7191-4E38-8F95-50797FC68195}"/>
              </a:ext>
            </a:extLst>
          </p:cNvPr>
          <p:cNvSpPr>
            <a:spLocks noGrp="1"/>
          </p:cNvSpPr>
          <p:nvPr>
            <p:ph type="sldNum" sz="quarter" idx="12"/>
          </p:nvPr>
        </p:nvSpPr>
        <p:spPr/>
        <p:txBody>
          <a:bodyPr/>
          <a:lstStyle/>
          <a:p>
            <a:fld id="{8AF5C579-F6F6-490D-8E8D-91FE61894975}" type="slidenum">
              <a:rPr lang="en-IN" smtClean="0"/>
              <a:t>‹#›</a:t>
            </a:fld>
            <a:endParaRPr lang="en-IN"/>
          </a:p>
        </p:txBody>
      </p:sp>
    </p:spTree>
    <p:extLst>
      <p:ext uri="{BB962C8B-B14F-4D97-AF65-F5344CB8AC3E}">
        <p14:creationId xmlns:p14="http://schemas.microsoft.com/office/powerpoint/2010/main" val="2440764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58680D-3364-5B93-0F57-9EA5C1A8F73E}"/>
              </a:ext>
            </a:extLst>
          </p:cNvPr>
          <p:cNvSpPr>
            <a:spLocks noGrp="1"/>
          </p:cNvSpPr>
          <p:nvPr>
            <p:ph type="dt" sz="half" idx="10"/>
          </p:nvPr>
        </p:nvSpPr>
        <p:spPr/>
        <p:txBody>
          <a:bodyPr/>
          <a:lstStyle/>
          <a:p>
            <a:fld id="{3E7789EE-B757-4C7D-A804-D2E15635DF42}" type="datetimeFigureOut">
              <a:rPr lang="en-IN" smtClean="0"/>
              <a:t>05-09-2026</a:t>
            </a:fld>
            <a:endParaRPr lang="en-IN"/>
          </a:p>
        </p:txBody>
      </p:sp>
      <p:sp>
        <p:nvSpPr>
          <p:cNvPr id="3" name="Footer Placeholder 2">
            <a:extLst>
              <a:ext uri="{FF2B5EF4-FFF2-40B4-BE49-F238E27FC236}">
                <a16:creationId xmlns:a16="http://schemas.microsoft.com/office/drawing/2014/main" id="{8D181654-9601-CAD1-7A59-819D65270C3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56D19C7-1DA1-41CC-F6EF-B6202200DB82}"/>
              </a:ext>
            </a:extLst>
          </p:cNvPr>
          <p:cNvSpPr>
            <a:spLocks noGrp="1"/>
          </p:cNvSpPr>
          <p:nvPr>
            <p:ph type="sldNum" sz="quarter" idx="12"/>
          </p:nvPr>
        </p:nvSpPr>
        <p:spPr/>
        <p:txBody>
          <a:bodyPr/>
          <a:lstStyle/>
          <a:p>
            <a:fld id="{8AF5C579-F6F6-490D-8E8D-91FE61894975}" type="slidenum">
              <a:rPr lang="en-IN" smtClean="0"/>
              <a:t>‹#›</a:t>
            </a:fld>
            <a:endParaRPr lang="en-IN"/>
          </a:p>
        </p:txBody>
      </p:sp>
    </p:spTree>
    <p:extLst>
      <p:ext uri="{BB962C8B-B14F-4D97-AF65-F5344CB8AC3E}">
        <p14:creationId xmlns:p14="http://schemas.microsoft.com/office/powerpoint/2010/main" val="1229115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51555-2455-3511-2DA2-873EDA9025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19E35C8-7BA2-9598-B19B-630D20E851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1509E96-15C5-FB65-B6DB-5C7F71EA5B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21B15C-6176-51A5-ED45-B48816930F5B}"/>
              </a:ext>
            </a:extLst>
          </p:cNvPr>
          <p:cNvSpPr>
            <a:spLocks noGrp="1"/>
          </p:cNvSpPr>
          <p:nvPr>
            <p:ph type="dt" sz="half" idx="10"/>
          </p:nvPr>
        </p:nvSpPr>
        <p:spPr/>
        <p:txBody>
          <a:bodyPr/>
          <a:lstStyle/>
          <a:p>
            <a:fld id="{3E7789EE-B757-4C7D-A804-D2E15635DF42}" type="datetimeFigureOut">
              <a:rPr lang="en-IN" smtClean="0"/>
              <a:t>05-09-2026</a:t>
            </a:fld>
            <a:endParaRPr lang="en-IN"/>
          </a:p>
        </p:txBody>
      </p:sp>
      <p:sp>
        <p:nvSpPr>
          <p:cNvPr id="6" name="Footer Placeholder 5">
            <a:extLst>
              <a:ext uri="{FF2B5EF4-FFF2-40B4-BE49-F238E27FC236}">
                <a16:creationId xmlns:a16="http://schemas.microsoft.com/office/drawing/2014/main" id="{B6537CB7-2042-91B7-55E4-66D17C10A36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3997600-8ED2-586D-77D6-58EB0B0B03B3}"/>
              </a:ext>
            </a:extLst>
          </p:cNvPr>
          <p:cNvSpPr>
            <a:spLocks noGrp="1"/>
          </p:cNvSpPr>
          <p:nvPr>
            <p:ph type="sldNum" sz="quarter" idx="12"/>
          </p:nvPr>
        </p:nvSpPr>
        <p:spPr/>
        <p:txBody>
          <a:bodyPr/>
          <a:lstStyle/>
          <a:p>
            <a:fld id="{8AF5C579-F6F6-490D-8E8D-91FE61894975}" type="slidenum">
              <a:rPr lang="en-IN" smtClean="0"/>
              <a:t>‹#›</a:t>
            </a:fld>
            <a:endParaRPr lang="en-IN"/>
          </a:p>
        </p:txBody>
      </p:sp>
    </p:spTree>
    <p:extLst>
      <p:ext uri="{BB962C8B-B14F-4D97-AF65-F5344CB8AC3E}">
        <p14:creationId xmlns:p14="http://schemas.microsoft.com/office/powerpoint/2010/main" val="167262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97777-FB72-DC61-0D3E-A6EDD05547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1604C37-9961-4C1B-395E-F980C6B113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4F000F3-C5EC-DFEA-2766-EE7A4EC299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6C3F91-8CEA-35DA-978D-A819DF76C12D}"/>
              </a:ext>
            </a:extLst>
          </p:cNvPr>
          <p:cNvSpPr>
            <a:spLocks noGrp="1"/>
          </p:cNvSpPr>
          <p:nvPr>
            <p:ph type="dt" sz="half" idx="10"/>
          </p:nvPr>
        </p:nvSpPr>
        <p:spPr/>
        <p:txBody>
          <a:bodyPr/>
          <a:lstStyle/>
          <a:p>
            <a:fld id="{3E7789EE-B757-4C7D-A804-D2E15635DF42}" type="datetimeFigureOut">
              <a:rPr lang="en-IN" smtClean="0"/>
              <a:t>05-09-2026</a:t>
            </a:fld>
            <a:endParaRPr lang="en-IN"/>
          </a:p>
        </p:txBody>
      </p:sp>
      <p:sp>
        <p:nvSpPr>
          <p:cNvPr id="6" name="Footer Placeholder 5">
            <a:extLst>
              <a:ext uri="{FF2B5EF4-FFF2-40B4-BE49-F238E27FC236}">
                <a16:creationId xmlns:a16="http://schemas.microsoft.com/office/drawing/2014/main" id="{28947077-0910-412A-EFC5-AC55827BCC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279E08-53AF-9080-4753-D21594776C1D}"/>
              </a:ext>
            </a:extLst>
          </p:cNvPr>
          <p:cNvSpPr>
            <a:spLocks noGrp="1"/>
          </p:cNvSpPr>
          <p:nvPr>
            <p:ph type="sldNum" sz="quarter" idx="12"/>
          </p:nvPr>
        </p:nvSpPr>
        <p:spPr/>
        <p:txBody>
          <a:bodyPr/>
          <a:lstStyle/>
          <a:p>
            <a:fld id="{8AF5C579-F6F6-490D-8E8D-91FE61894975}" type="slidenum">
              <a:rPr lang="en-IN" smtClean="0"/>
              <a:t>‹#›</a:t>
            </a:fld>
            <a:endParaRPr lang="en-IN"/>
          </a:p>
        </p:txBody>
      </p:sp>
    </p:spTree>
    <p:extLst>
      <p:ext uri="{BB962C8B-B14F-4D97-AF65-F5344CB8AC3E}">
        <p14:creationId xmlns:p14="http://schemas.microsoft.com/office/powerpoint/2010/main" val="34806935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151A1-CA90-6578-6D0E-9AC4EC069D3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F216ABF-60D2-1086-3FCC-394F8B061E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D1F7BA-584E-BBCD-F6B3-C14D0F687CFA}"/>
              </a:ext>
            </a:extLst>
          </p:cNvPr>
          <p:cNvSpPr>
            <a:spLocks noGrp="1"/>
          </p:cNvSpPr>
          <p:nvPr>
            <p:ph type="dt" sz="half" idx="10"/>
          </p:nvPr>
        </p:nvSpPr>
        <p:spPr/>
        <p:txBody>
          <a:bodyPr/>
          <a:lstStyle/>
          <a:p>
            <a:fld id="{3E7789EE-B757-4C7D-A804-D2E15635DF42}" type="datetimeFigureOut">
              <a:rPr lang="en-IN" smtClean="0"/>
              <a:t>05-09-2026</a:t>
            </a:fld>
            <a:endParaRPr lang="en-IN"/>
          </a:p>
        </p:txBody>
      </p:sp>
      <p:sp>
        <p:nvSpPr>
          <p:cNvPr id="5" name="Footer Placeholder 4">
            <a:extLst>
              <a:ext uri="{FF2B5EF4-FFF2-40B4-BE49-F238E27FC236}">
                <a16:creationId xmlns:a16="http://schemas.microsoft.com/office/drawing/2014/main" id="{CC14D163-D0E3-A40D-8076-953D748F00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EB5129-2F09-F795-5998-70D5F6E2500E}"/>
              </a:ext>
            </a:extLst>
          </p:cNvPr>
          <p:cNvSpPr>
            <a:spLocks noGrp="1"/>
          </p:cNvSpPr>
          <p:nvPr>
            <p:ph type="sldNum" sz="quarter" idx="12"/>
          </p:nvPr>
        </p:nvSpPr>
        <p:spPr/>
        <p:txBody>
          <a:bodyPr/>
          <a:lstStyle/>
          <a:p>
            <a:fld id="{8AF5C579-F6F6-490D-8E8D-91FE61894975}" type="slidenum">
              <a:rPr lang="en-IN" smtClean="0"/>
              <a:t>‹#›</a:t>
            </a:fld>
            <a:endParaRPr lang="en-IN"/>
          </a:p>
        </p:txBody>
      </p:sp>
    </p:spTree>
    <p:extLst>
      <p:ext uri="{BB962C8B-B14F-4D97-AF65-F5344CB8AC3E}">
        <p14:creationId xmlns:p14="http://schemas.microsoft.com/office/powerpoint/2010/main" val="2814412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9DDD5E-6C4C-394A-DC7E-96726AF1E9D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2EB04C9-F0CB-A10F-C047-4E3BCFDDC0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127AF3-92FD-A027-5015-42D902798208}"/>
              </a:ext>
            </a:extLst>
          </p:cNvPr>
          <p:cNvSpPr>
            <a:spLocks noGrp="1"/>
          </p:cNvSpPr>
          <p:nvPr>
            <p:ph type="dt" sz="half" idx="10"/>
          </p:nvPr>
        </p:nvSpPr>
        <p:spPr/>
        <p:txBody>
          <a:bodyPr/>
          <a:lstStyle/>
          <a:p>
            <a:fld id="{3E7789EE-B757-4C7D-A804-D2E15635DF42}" type="datetimeFigureOut">
              <a:rPr lang="en-IN" smtClean="0"/>
              <a:t>05-09-2026</a:t>
            </a:fld>
            <a:endParaRPr lang="en-IN"/>
          </a:p>
        </p:txBody>
      </p:sp>
      <p:sp>
        <p:nvSpPr>
          <p:cNvPr id="5" name="Footer Placeholder 4">
            <a:extLst>
              <a:ext uri="{FF2B5EF4-FFF2-40B4-BE49-F238E27FC236}">
                <a16:creationId xmlns:a16="http://schemas.microsoft.com/office/drawing/2014/main" id="{E9C9D81F-8E99-EE5B-A951-3282512A29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A7A6FC-08D3-C1F3-6BB8-CA0AAA64334A}"/>
              </a:ext>
            </a:extLst>
          </p:cNvPr>
          <p:cNvSpPr>
            <a:spLocks noGrp="1"/>
          </p:cNvSpPr>
          <p:nvPr>
            <p:ph type="sldNum" sz="quarter" idx="12"/>
          </p:nvPr>
        </p:nvSpPr>
        <p:spPr/>
        <p:txBody>
          <a:bodyPr/>
          <a:lstStyle/>
          <a:p>
            <a:fld id="{8AF5C579-F6F6-490D-8E8D-91FE61894975}" type="slidenum">
              <a:rPr lang="en-IN" smtClean="0"/>
              <a:t>‹#›</a:t>
            </a:fld>
            <a:endParaRPr lang="en-IN"/>
          </a:p>
        </p:txBody>
      </p:sp>
    </p:spTree>
    <p:extLst>
      <p:ext uri="{BB962C8B-B14F-4D97-AF65-F5344CB8AC3E}">
        <p14:creationId xmlns:p14="http://schemas.microsoft.com/office/powerpoint/2010/main" val="196407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F6248D-452E-6149-155B-D1DC7CC762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34D730F-50E4-979A-678E-206A08FAE5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B39559-6616-9BA9-93FA-A7A39B9F96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7789EE-B757-4C7D-A804-D2E15635DF42}" type="datetimeFigureOut">
              <a:rPr lang="en-IN" smtClean="0"/>
              <a:t>05-09-2026</a:t>
            </a:fld>
            <a:endParaRPr lang="en-IN"/>
          </a:p>
        </p:txBody>
      </p:sp>
      <p:sp>
        <p:nvSpPr>
          <p:cNvPr id="5" name="Footer Placeholder 4">
            <a:extLst>
              <a:ext uri="{FF2B5EF4-FFF2-40B4-BE49-F238E27FC236}">
                <a16:creationId xmlns:a16="http://schemas.microsoft.com/office/drawing/2014/main" id="{C790AA36-84E9-7576-5751-E62A821D44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F7625CB-218F-B48A-D503-AB998DB557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F5C579-F6F6-490D-8E8D-91FE61894975}" type="slidenum">
              <a:rPr lang="en-IN" smtClean="0"/>
              <a:t>‹#›</a:t>
            </a:fld>
            <a:endParaRPr lang="en-IN"/>
          </a:p>
        </p:txBody>
      </p:sp>
    </p:spTree>
    <p:extLst>
      <p:ext uri="{BB962C8B-B14F-4D97-AF65-F5344CB8AC3E}">
        <p14:creationId xmlns:p14="http://schemas.microsoft.com/office/powerpoint/2010/main" val="16570557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CCE78AD-3FFE-00BB-4B54-09B5CE4C2DC4}"/>
              </a:ext>
            </a:extLst>
          </p:cNvPr>
          <p:cNvPicPr>
            <a:picLocks noChangeAspect="1"/>
          </p:cNvPicPr>
          <p:nvPr/>
        </p:nvPicPr>
        <p:blipFill>
          <a:blip r:embed="rId2"/>
          <a:stretch>
            <a:fillRect/>
          </a:stretch>
        </p:blipFill>
        <p:spPr>
          <a:xfrm>
            <a:off x="1209368" y="250343"/>
            <a:ext cx="8858835" cy="6357314"/>
          </a:xfrm>
          <a:prstGeom prst="rect">
            <a:avLst/>
          </a:prstGeom>
        </p:spPr>
      </p:pic>
    </p:spTree>
    <p:extLst>
      <p:ext uri="{BB962C8B-B14F-4D97-AF65-F5344CB8AC3E}">
        <p14:creationId xmlns:p14="http://schemas.microsoft.com/office/powerpoint/2010/main" val="34958098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47566B2-EA42-EEB1-262A-7FC6AC0460AB}"/>
              </a:ext>
            </a:extLst>
          </p:cNvPr>
          <p:cNvPicPr>
            <a:picLocks noChangeAspect="1"/>
          </p:cNvPicPr>
          <p:nvPr/>
        </p:nvPicPr>
        <p:blipFill>
          <a:blip r:embed="rId2"/>
          <a:stretch>
            <a:fillRect/>
          </a:stretch>
        </p:blipFill>
        <p:spPr>
          <a:xfrm>
            <a:off x="0" y="735663"/>
            <a:ext cx="12192000" cy="5386673"/>
          </a:xfrm>
          <a:prstGeom prst="rect">
            <a:avLst/>
          </a:prstGeom>
        </p:spPr>
      </p:pic>
    </p:spTree>
    <p:extLst>
      <p:ext uri="{BB962C8B-B14F-4D97-AF65-F5344CB8AC3E}">
        <p14:creationId xmlns:p14="http://schemas.microsoft.com/office/powerpoint/2010/main" val="1258691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0B595B-1A4A-0FF3-698F-BA4766A07071}"/>
              </a:ext>
            </a:extLst>
          </p:cNvPr>
          <p:cNvPicPr>
            <a:picLocks noChangeAspect="1"/>
          </p:cNvPicPr>
          <p:nvPr/>
        </p:nvPicPr>
        <p:blipFill>
          <a:blip r:embed="rId2"/>
          <a:stretch>
            <a:fillRect/>
          </a:stretch>
        </p:blipFill>
        <p:spPr>
          <a:xfrm>
            <a:off x="1415845" y="0"/>
            <a:ext cx="8628963" cy="6839681"/>
          </a:xfrm>
          <a:prstGeom prst="rect">
            <a:avLst/>
          </a:prstGeom>
        </p:spPr>
      </p:pic>
    </p:spTree>
    <p:extLst>
      <p:ext uri="{BB962C8B-B14F-4D97-AF65-F5344CB8AC3E}">
        <p14:creationId xmlns:p14="http://schemas.microsoft.com/office/powerpoint/2010/main" val="2352945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C43716-5E6C-E65D-64B9-DDDCFDBDA777}"/>
              </a:ext>
            </a:extLst>
          </p:cNvPr>
          <p:cNvPicPr>
            <a:picLocks noChangeAspect="1"/>
          </p:cNvPicPr>
          <p:nvPr/>
        </p:nvPicPr>
        <p:blipFill>
          <a:blip r:embed="rId2"/>
          <a:stretch>
            <a:fillRect/>
          </a:stretch>
        </p:blipFill>
        <p:spPr>
          <a:xfrm>
            <a:off x="581127" y="1160206"/>
            <a:ext cx="10035657" cy="5453804"/>
          </a:xfrm>
          <a:prstGeom prst="rect">
            <a:avLst/>
          </a:prstGeom>
        </p:spPr>
      </p:pic>
    </p:spTree>
    <p:extLst>
      <p:ext uri="{BB962C8B-B14F-4D97-AF65-F5344CB8AC3E}">
        <p14:creationId xmlns:p14="http://schemas.microsoft.com/office/powerpoint/2010/main" val="1714080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C35DB6-EDC2-73D1-0CB0-5ACAFD208255}"/>
              </a:ext>
            </a:extLst>
          </p:cNvPr>
          <p:cNvSpPr txBox="1"/>
          <p:nvPr/>
        </p:nvSpPr>
        <p:spPr>
          <a:xfrm>
            <a:off x="5112774" y="93256"/>
            <a:ext cx="6096000" cy="646331"/>
          </a:xfrm>
          <a:prstGeom prst="rect">
            <a:avLst/>
          </a:prstGeom>
          <a:noFill/>
        </p:spPr>
        <p:txBody>
          <a:bodyPr wrap="square">
            <a:spAutoFit/>
          </a:bodyPr>
          <a:lstStyle/>
          <a:p>
            <a:r>
              <a:rPr lang="en-IN" dirty="0"/>
              <a:t>https://proceedings.neurips.cc/paper_files/paper/2017/file/3f5ee243547dee91fbd053c1c4a845aa-Paper.pdf</a:t>
            </a:r>
          </a:p>
        </p:txBody>
      </p:sp>
      <p:sp>
        <p:nvSpPr>
          <p:cNvPr id="5" name="TextBox 4">
            <a:extLst>
              <a:ext uri="{FF2B5EF4-FFF2-40B4-BE49-F238E27FC236}">
                <a16:creationId xmlns:a16="http://schemas.microsoft.com/office/drawing/2014/main" id="{DB5DC08C-ABFD-D126-B964-D8E4619035E5}"/>
              </a:ext>
            </a:extLst>
          </p:cNvPr>
          <p:cNvSpPr txBox="1"/>
          <p:nvPr/>
        </p:nvSpPr>
        <p:spPr>
          <a:xfrm>
            <a:off x="639096" y="554921"/>
            <a:ext cx="6096000" cy="369332"/>
          </a:xfrm>
          <a:prstGeom prst="rect">
            <a:avLst/>
          </a:prstGeom>
          <a:noFill/>
        </p:spPr>
        <p:txBody>
          <a:bodyPr wrap="square">
            <a:spAutoFit/>
          </a:bodyPr>
          <a:lstStyle/>
          <a:p>
            <a:r>
              <a:rPr lang="en-IN" dirty="0"/>
              <a:t>Attention Is All You Need</a:t>
            </a:r>
          </a:p>
        </p:txBody>
      </p:sp>
      <p:pic>
        <p:nvPicPr>
          <p:cNvPr id="7" name="Picture 6">
            <a:extLst>
              <a:ext uri="{FF2B5EF4-FFF2-40B4-BE49-F238E27FC236}">
                <a16:creationId xmlns:a16="http://schemas.microsoft.com/office/drawing/2014/main" id="{FFD78491-9972-9E7B-BD32-B2AE5A94E7F3}"/>
              </a:ext>
            </a:extLst>
          </p:cNvPr>
          <p:cNvPicPr>
            <a:picLocks noChangeAspect="1"/>
          </p:cNvPicPr>
          <p:nvPr/>
        </p:nvPicPr>
        <p:blipFill>
          <a:blip r:embed="rId2"/>
          <a:stretch>
            <a:fillRect/>
          </a:stretch>
        </p:blipFill>
        <p:spPr>
          <a:xfrm>
            <a:off x="3481660" y="790014"/>
            <a:ext cx="4343776" cy="5867908"/>
          </a:xfrm>
          <a:prstGeom prst="rect">
            <a:avLst/>
          </a:prstGeom>
        </p:spPr>
      </p:pic>
    </p:spTree>
    <p:extLst>
      <p:ext uri="{BB962C8B-B14F-4D97-AF65-F5344CB8AC3E}">
        <p14:creationId xmlns:p14="http://schemas.microsoft.com/office/powerpoint/2010/main" val="2233218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1E3112-3638-75D0-D316-8EBD47996311}"/>
              </a:ext>
            </a:extLst>
          </p:cNvPr>
          <p:cNvPicPr>
            <a:picLocks noChangeAspect="1"/>
          </p:cNvPicPr>
          <p:nvPr/>
        </p:nvPicPr>
        <p:blipFill>
          <a:blip r:embed="rId2"/>
          <a:stretch>
            <a:fillRect/>
          </a:stretch>
        </p:blipFill>
        <p:spPr>
          <a:xfrm>
            <a:off x="339594" y="0"/>
            <a:ext cx="11512812" cy="6456441"/>
          </a:xfrm>
          <a:prstGeom prst="rect">
            <a:avLst/>
          </a:prstGeom>
        </p:spPr>
      </p:pic>
    </p:spTree>
    <p:extLst>
      <p:ext uri="{BB962C8B-B14F-4D97-AF65-F5344CB8AC3E}">
        <p14:creationId xmlns:p14="http://schemas.microsoft.com/office/powerpoint/2010/main" val="3632746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0D6F149-D3AB-3A51-5811-F104BDA03C98}"/>
              </a:ext>
            </a:extLst>
          </p:cNvPr>
          <p:cNvPicPr>
            <a:picLocks noChangeAspect="1"/>
          </p:cNvPicPr>
          <p:nvPr/>
        </p:nvPicPr>
        <p:blipFill>
          <a:blip r:embed="rId2"/>
          <a:stretch>
            <a:fillRect/>
          </a:stretch>
        </p:blipFill>
        <p:spPr>
          <a:xfrm>
            <a:off x="274136" y="972482"/>
            <a:ext cx="11917864" cy="4671234"/>
          </a:xfrm>
          <a:prstGeom prst="rect">
            <a:avLst/>
          </a:prstGeom>
        </p:spPr>
      </p:pic>
    </p:spTree>
    <p:extLst>
      <p:ext uri="{BB962C8B-B14F-4D97-AF65-F5344CB8AC3E}">
        <p14:creationId xmlns:p14="http://schemas.microsoft.com/office/powerpoint/2010/main" val="10217506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5CA210-01F6-EC46-9CE7-5785FA83CD04}"/>
              </a:ext>
            </a:extLst>
          </p:cNvPr>
          <p:cNvPicPr>
            <a:picLocks noChangeAspect="1"/>
          </p:cNvPicPr>
          <p:nvPr/>
        </p:nvPicPr>
        <p:blipFill>
          <a:blip r:embed="rId2"/>
          <a:stretch>
            <a:fillRect/>
          </a:stretch>
        </p:blipFill>
        <p:spPr>
          <a:xfrm>
            <a:off x="788210" y="624597"/>
            <a:ext cx="10615580" cy="5608806"/>
          </a:xfrm>
          <a:prstGeom prst="rect">
            <a:avLst/>
          </a:prstGeom>
        </p:spPr>
      </p:pic>
    </p:spTree>
    <p:extLst>
      <p:ext uri="{BB962C8B-B14F-4D97-AF65-F5344CB8AC3E}">
        <p14:creationId xmlns:p14="http://schemas.microsoft.com/office/powerpoint/2010/main" val="2752395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AF4574-0753-55F4-63E0-2D7DF34F3AF9}"/>
              </a:ext>
            </a:extLst>
          </p:cNvPr>
          <p:cNvPicPr>
            <a:picLocks noChangeAspect="1"/>
          </p:cNvPicPr>
          <p:nvPr/>
        </p:nvPicPr>
        <p:blipFill>
          <a:blip r:embed="rId2"/>
          <a:stretch>
            <a:fillRect/>
          </a:stretch>
        </p:blipFill>
        <p:spPr>
          <a:xfrm>
            <a:off x="1001588" y="1436197"/>
            <a:ext cx="10188823" cy="3985605"/>
          </a:xfrm>
          <a:prstGeom prst="rect">
            <a:avLst/>
          </a:prstGeom>
        </p:spPr>
      </p:pic>
    </p:spTree>
    <p:extLst>
      <p:ext uri="{BB962C8B-B14F-4D97-AF65-F5344CB8AC3E}">
        <p14:creationId xmlns:p14="http://schemas.microsoft.com/office/powerpoint/2010/main" val="2220643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750B80A-4D86-E5E7-9CE3-5353AC72C1BF}"/>
              </a:ext>
            </a:extLst>
          </p:cNvPr>
          <p:cNvPicPr>
            <a:picLocks noChangeAspect="1"/>
          </p:cNvPicPr>
          <p:nvPr/>
        </p:nvPicPr>
        <p:blipFill>
          <a:blip r:embed="rId2"/>
          <a:stretch>
            <a:fillRect/>
          </a:stretch>
        </p:blipFill>
        <p:spPr>
          <a:xfrm>
            <a:off x="685331" y="1344749"/>
            <a:ext cx="10821338" cy="4168501"/>
          </a:xfrm>
          <a:prstGeom prst="rect">
            <a:avLst/>
          </a:prstGeom>
        </p:spPr>
      </p:pic>
    </p:spTree>
    <p:extLst>
      <p:ext uri="{BB962C8B-B14F-4D97-AF65-F5344CB8AC3E}">
        <p14:creationId xmlns:p14="http://schemas.microsoft.com/office/powerpoint/2010/main" val="3859870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295122-67F4-1D36-7F88-2AA54A22F97F}"/>
              </a:ext>
            </a:extLst>
          </p:cNvPr>
          <p:cNvPicPr>
            <a:picLocks noChangeAspect="1"/>
          </p:cNvPicPr>
          <p:nvPr/>
        </p:nvPicPr>
        <p:blipFill>
          <a:blip r:embed="rId2"/>
          <a:stretch>
            <a:fillRect/>
          </a:stretch>
        </p:blipFill>
        <p:spPr>
          <a:xfrm>
            <a:off x="0" y="116134"/>
            <a:ext cx="12192000" cy="5367204"/>
          </a:xfrm>
          <a:prstGeom prst="rect">
            <a:avLst/>
          </a:prstGeom>
        </p:spPr>
      </p:pic>
      <p:sp>
        <p:nvSpPr>
          <p:cNvPr id="5" name="TextBox 4">
            <a:extLst>
              <a:ext uri="{FF2B5EF4-FFF2-40B4-BE49-F238E27FC236}">
                <a16:creationId xmlns:a16="http://schemas.microsoft.com/office/drawing/2014/main" id="{2597D4EC-C74E-1AF3-278F-57CDF1AFE6F7}"/>
              </a:ext>
            </a:extLst>
          </p:cNvPr>
          <p:cNvSpPr txBox="1"/>
          <p:nvPr/>
        </p:nvSpPr>
        <p:spPr>
          <a:xfrm>
            <a:off x="176980" y="5646143"/>
            <a:ext cx="11543071" cy="923330"/>
          </a:xfrm>
          <a:prstGeom prst="rect">
            <a:avLst/>
          </a:prstGeom>
          <a:noFill/>
        </p:spPr>
        <p:txBody>
          <a:bodyPr wrap="square">
            <a:spAutoFit/>
          </a:bodyPr>
          <a:lstStyle/>
          <a:p>
            <a:r>
              <a:rPr lang="en-IN" dirty="0"/>
              <a:t>Model Context Protocol (MCP) is an open-source standard that lets AI agents securely interact with business applications and external data systems, such as databases and content repositories. MCP lets enterprise businesses reduce integration challenges and quickly deliver outcomes from models.</a:t>
            </a:r>
          </a:p>
        </p:txBody>
      </p:sp>
    </p:spTree>
    <p:extLst>
      <p:ext uri="{BB962C8B-B14F-4D97-AF65-F5344CB8AC3E}">
        <p14:creationId xmlns:p14="http://schemas.microsoft.com/office/powerpoint/2010/main" val="18999179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BD1F5A-AE98-9CDB-3D35-53A493096F0A}"/>
              </a:ext>
            </a:extLst>
          </p:cNvPr>
          <p:cNvPicPr>
            <a:picLocks noChangeAspect="1"/>
          </p:cNvPicPr>
          <p:nvPr/>
        </p:nvPicPr>
        <p:blipFill>
          <a:blip r:embed="rId2"/>
          <a:stretch>
            <a:fillRect/>
          </a:stretch>
        </p:blipFill>
        <p:spPr>
          <a:xfrm>
            <a:off x="18523" y="620786"/>
            <a:ext cx="12154953" cy="5616427"/>
          </a:xfrm>
          <a:prstGeom prst="rect">
            <a:avLst/>
          </a:prstGeom>
        </p:spPr>
      </p:pic>
    </p:spTree>
    <p:extLst>
      <p:ext uri="{BB962C8B-B14F-4D97-AF65-F5344CB8AC3E}">
        <p14:creationId xmlns:p14="http://schemas.microsoft.com/office/powerpoint/2010/main" val="37339543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71</Words>
  <Application>Microsoft Office PowerPoint</Application>
  <PresentationFormat>Widescreen</PresentationFormat>
  <Paragraphs>3</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Jaswinder Singh</dc:creator>
  <cp:lastModifiedBy>Jaswinder Singh</cp:lastModifiedBy>
  <cp:revision>1</cp:revision>
  <dcterms:created xsi:type="dcterms:W3CDTF">2026-09-05T15:37:30Z</dcterms:created>
  <dcterms:modified xsi:type="dcterms:W3CDTF">2026-09-05T15:45:03Z</dcterms:modified>
</cp:coreProperties>
</file>