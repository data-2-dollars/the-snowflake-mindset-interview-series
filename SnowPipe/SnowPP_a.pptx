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9BDEB-BC26-3D12-3570-221C8FDDD0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45B2D4-4DAD-C647-8272-1207D2FA45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03AA82-28A4-94EF-1CCB-4DFA94494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D9509-ABB7-4381-B091-A24BAF7D4171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CB7220-6683-34A8-0088-9D5B5E0A8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84EDA6-D9ED-DADC-B269-4516F715A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76976-3E77-4465-ABFB-0E8B0495C1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0958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22B61-D7CA-3608-554E-F01BF80CB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24EF54-6A7F-30AA-7416-CCEB825BC9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A1F95E-4667-31A2-9BD2-17B02F7F1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D9509-ABB7-4381-B091-A24BAF7D4171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3487FD-3033-B722-1D82-6C00DFA66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A4C590-49AC-CACA-9A54-2B373F6D4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76976-3E77-4465-ABFB-0E8B0495C1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1200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1604D-99C8-65FF-7BD3-5E12EB4B8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7885B2-9489-4433-95D9-A267DCFA2E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565206-7C47-6103-11F9-621D5BF75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D9509-ABB7-4381-B091-A24BAF7D4171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7736A6-3639-2610-E93A-1D1A2883C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CC4948-9D46-9D2B-914A-266F2BA01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76976-3E77-4465-ABFB-0E8B0495C1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3808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040F3-3FA3-3D31-E978-A400B14A9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CE72C3-B1FF-9BC8-CDE8-7338D6E245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7C6613-F109-1DD9-1B37-7DE1D2FFC8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9CDB45-79BB-B7C4-E977-8B4EBC722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D9509-ABB7-4381-B091-A24BAF7D4171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E5070D-3CBD-2685-552C-DE65F7DFE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54DAA-0C56-13CE-D73D-2F64E5656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76976-3E77-4465-ABFB-0E8B0495C1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9180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05986-B2C6-5996-B07A-768D00923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2DAB42-E6C2-EE24-6EDC-A0DDDAB0D7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01A16E-EA46-0763-81ED-7E7229E423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1C4DF5-D2B2-0B20-B7B0-DB929FCD6B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7B561A-A1BA-DE53-23C5-D4FEA2F6C2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1D6065-F2F4-8A9A-84D2-231509585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D9509-ABB7-4381-B091-A24BAF7D4171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D25AB0-8833-6BFB-393F-0DA17322C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F9AD9C-322C-F436-EC88-BE30A3B9A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76976-3E77-4465-ABFB-0E8B0495C1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3249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FF976-3487-517F-1024-F3E0E2E22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E02549-7AF1-A3DD-37A9-12C428196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D9509-ABB7-4381-B091-A24BAF7D4171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5E9E81-CEB5-2353-C05A-08C5972ED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897E48-B5FD-C55F-4409-F99BD8CED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76976-3E77-4465-ABFB-0E8B0495C1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8552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32C556-D9A1-AF2A-E294-CAFAB5BAA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D9509-ABB7-4381-B091-A24BAF7D4171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58CB6D-9071-2A1A-EE98-0C286BD99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4C4B22-00B8-B576-3B0C-89C6135FB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76976-3E77-4465-ABFB-0E8B0495C1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6989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3E327-4F1B-E746-8BF0-DF2E062FC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FACEE9-3020-361A-D423-549339ACD5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8950CE-3687-1A72-4101-51F9C00271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6EA48C-1116-A400-5CE4-7049A1C1E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D9509-ABB7-4381-B091-A24BAF7D4171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D70066-5FFE-4334-E6DA-52BDDD01D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E5AC62-B8E4-16BC-6C03-26E6C5910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76976-3E77-4465-ABFB-0E8B0495C1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51620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CDB04-A95E-48C0-8F68-B12C5CFDC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F7D229-B008-0EB6-8E54-1DE3EC2ACFA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831797-C38A-85E2-75E8-53AAA52FDB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722B51-63C6-BF42-8A80-87DFA2948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D9509-ABB7-4381-B091-A24BAF7D4171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934ABC-CCFD-8E5A-E634-3E71845AF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16FF3F-F021-E153-EB12-69E57132D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76976-3E77-4465-ABFB-0E8B0495C1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7915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70EBB-06A5-F4C3-2776-452C782C4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3B1639-ACB8-A43E-0E7D-4460551C3B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95BFB7-57BE-4F0A-4362-D9497D8DE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D9509-ABB7-4381-B091-A24BAF7D4171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377E5E-15A3-2BA4-7773-2541723C8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736BE-9F22-BA33-79F7-99E24209E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76976-3E77-4465-ABFB-0E8B0495C1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8653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480DC2-9355-7C79-0701-6BD3837975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E3663A-4F48-5DEC-BDA2-E1A211E00D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B88FC4-7270-EA80-032B-FE566B1B0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D9509-ABB7-4381-B091-A24BAF7D4171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3CD37D-E927-ED2B-F60F-10A57C672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B5860D-34CA-9D80-E562-F08B0BA11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76976-3E77-4465-ABFB-0E8B0495C1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3691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ED5FAF-68B2-CB80-CE50-76DFEB3C0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4E0E7C-407C-C166-BC35-7AAFADCFF1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0870B7-3C05-C60D-41C2-39E0F243B2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CD9509-ABB7-4381-B091-A24BAF7D4171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720B9D-F578-0AF0-873C-8AE24B3ED1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574F4A-11D5-1A42-F66F-8731ADD28B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F76976-3E77-4465-ABFB-0E8B0495C1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4787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3BF02-57FF-62A7-C05F-0CC54CD818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43D380-E740-0E5C-A653-6CFB95B725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448809-4346-AC6B-9293-7393A846DE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933" y="643648"/>
            <a:ext cx="10082134" cy="5570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218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0779D5-4A2B-FD27-42BE-8E2A23885A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933" y="639838"/>
            <a:ext cx="10082134" cy="5578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693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77222A-0803-BBA2-2700-3B01064B8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743" y="601735"/>
            <a:ext cx="10074513" cy="5654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4352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Jaswinder Singh</dc:creator>
  <cp:lastModifiedBy>Jaswinder Singh</cp:lastModifiedBy>
  <cp:revision>1</cp:revision>
  <dcterms:created xsi:type="dcterms:W3CDTF">2026-10-02T07:48:41Z</dcterms:created>
  <dcterms:modified xsi:type="dcterms:W3CDTF">2026-10-02T07:48:59Z</dcterms:modified>
</cp:coreProperties>
</file>