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89CE-A2A7-7094-7E4A-4A6FED98B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DBDC7-3B70-0E43-D6F6-118CF33F7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209CA-AFF3-32F5-FA53-429DCE91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A468-1342-54C8-875E-3417F87A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29B15-40D3-28AD-139B-AFF8C356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56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C691E-645E-4F22-9FE3-BC5DF23B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AD4C-2C67-A550-2F31-2C6970278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7E14B-3FFD-36AF-DDAF-513459FA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B5031-DFFA-B645-1EF4-89405D67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6F627-1082-7EAC-98DD-118C1705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011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603B-C7B7-1735-D464-603892A8A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AE76E-188A-CBC2-A066-8DBBEDE35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BEE5B-D93F-4E2C-4BB0-776CD69A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8C610-6709-E556-1295-DBE08ED6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C32FF-D1B1-3DE6-160B-A5D5B927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54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BFB8-BA71-3504-7A81-7292EE15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3C61-21DB-BFCB-B29C-1FBBA915D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C3244-02CA-6FB5-EA55-1DEDC4D62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75D0A-B132-F4DF-99B9-68B360B5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E0D84-7713-416E-6547-022A50E9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B4A1C-C5B0-2B96-BDB1-D39CF80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7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4227-3CAC-3E29-93DD-DC62E082F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7544F-1CA4-E34B-5D01-8DEED1379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0EB5E-B1F9-5D20-C7C3-029DFE879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88681-FD08-81CC-8983-AD5501793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2FCAE-06FD-83F8-A9BE-D272B7503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1E200A-FBCD-9F58-C1F2-91E774E0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687CE-01C8-8F98-C5F8-007F5D6C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57C284-2710-3C08-0198-779717D4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644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4EBD0-7FDD-203A-23D7-4755AB26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ABBE4-07C6-7792-C48D-7BE34629E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58EAEB-7273-0F3E-13DB-7A33A0686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25D9F-4837-959F-3287-FC26CB47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43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855D2A-93B0-F24C-C2FB-03BC6A73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D6DEA-D9A6-5116-9858-7C591B31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CDF7B-0313-63CE-DF5D-E9A06D22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83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33A1-7E5C-E057-8BD7-AD44E0CD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EF858-EF52-30CF-4A3A-7A21D7B9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7044E-83AA-272C-9753-29A8EDF23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64056-A698-188E-0D15-A1B2DBA6E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E01AC-FEE0-0E68-A8A6-5B1B8AA2B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76E67-CEDE-4DBF-8A52-DC0F107B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57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0A36-F9CB-0D45-4F63-7C50762B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B2BA9B-F9B9-9067-8C8E-CC73FBFB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7994F-18EF-593B-9C81-754966D9C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02A9D-D0ED-BA0F-6EE4-F60357A70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EF4E0-BE60-7ADC-E9DD-DCE932DE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DD66E-2BAD-EDAF-9767-13C4A5C5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48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94196-9BB4-308A-7117-C84BD011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33EE5-95D6-8309-6CF2-F4B87344D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8CBB2-F2B6-03B3-F8BF-71968B04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57F93-BADA-BE1C-E063-8E11E0C2C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66BE1-2948-3171-5EAC-65C2C9493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94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E5DBD8-6147-F14B-5E04-1FE9EA398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B5FB38-72E3-EFBF-21EF-64104A43B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12AEC-7BBB-78BD-F8D6-1D48532D0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C6FEB-BE63-7236-88CD-B1F2C826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0B1AB-EC93-3CD2-412F-9371075C1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106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8019D9-01C9-222A-EB69-749B97241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8D00B-6792-BB16-4C98-E958B85C1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8FA5C-D1DF-45FD-F105-0A872EE410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2AA3B-84A8-4A7D-901C-021052E7867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F8026-585C-FC7F-4D2F-B5E0A79A0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4F615-F966-6242-97E6-FDE9F3738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0AA24-AD13-4C5B-AC66-ABBDB8334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58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36089B-DE04-7AD2-F06A-1F4453018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231"/>
            <a:ext cx="12192000" cy="562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65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FB2857-C842-217B-09E9-B71405BFE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7" y="2362107"/>
            <a:ext cx="10455546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03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2026-08-06T15:49:11Z</dcterms:created>
  <dcterms:modified xsi:type="dcterms:W3CDTF">2026-08-06T15:49:49Z</dcterms:modified>
</cp:coreProperties>
</file>