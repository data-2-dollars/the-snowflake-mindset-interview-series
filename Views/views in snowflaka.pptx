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6D9E-1872-BB83-3E4E-CA4275A48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AFB9D-92D7-3B67-B873-196D6935F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FA486-C730-86E6-1C48-B5EA1895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8546-6649-B571-B831-09730FFD2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098C-68AE-95FF-1B0F-DBD5BEA8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09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391C1-5792-C03B-8A7F-C2069F5B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6C036-3B2D-4379-1FCB-8DD8FFB7A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19A1E-C6FC-F006-FD5C-AA6B3203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635D-A11C-1E79-C2E8-42017CB1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049E6-2796-00D4-19C1-7E27E48F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8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554C0-666A-0D68-38C8-3A23A09A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5DD52-FB90-2AA0-228A-A38F4C99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0A420-26A6-ABE2-7779-DDC63C1C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006DB-2719-9354-594C-4BCDEE54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04F09-AE52-1CAF-BEFA-65A0173D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03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E587D-F0FF-D4CA-2BA7-8441CF4D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66B85-3CA3-0D6D-E0A0-DD15F8E9E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C982B-E5EC-CFF7-DC7C-BA273895F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6F513-4591-38BD-DF29-2D861145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614EC-DB13-B984-306C-EAB66D083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B7E94-7151-B61D-3670-A56F114D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672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5D7B7-C479-2434-F880-7428309D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6B1EF-2EEA-74F2-95B9-259633858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E1E17-ED73-3758-03FE-357F76D6F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07AE7-456F-CFF9-66D4-87484E6A62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9CD74C-D8C5-3CB4-FD55-6068A519F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50FE8D-C2E5-A781-C3E9-C4691B62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A82608-82F8-15B6-1D9E-936E92F1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0BB0D-7C0C-44A9-96AA-C6E9C55C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439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7E5BF-4031-B593-AEBF-359064D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C04D5-1A9E-78CA-9087-2D736907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D3948-22A6-0102-48B9-A70D8FC31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C9D94-9C94-AA6D-52EB-FB0BC5915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179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98C6C8-8E6D-5878-6229-E17614E4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DE4496-5020-934F-6E6A-ED0F3339E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D386E-5DB8-C3BF-9A1B-882922CF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6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5112A-C2BA-9ECF-97D2-7978D7B84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F0E10-78BD-E049-A033-395B9E33C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1DA41-2CDE-894F-F167-C71736D1A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C9037-36AD-E20E-8F88-BA0AEED0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2E4B8-4EF7-65DF-17C6-EF605A78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E2F4F-3584-5A48-808B-236E5CA2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07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B0DC0-EA8C-C2A8-9662-BA3E696C8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541D9A-D8FD-A234-8F87-5CA2D64F020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5952D-9C6F-44BC-5BDA-B37A47A9A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C9DC1-E077-4BFC-0C79-58B323EF1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3B433-3189-834E-87B8-A782BDB84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02E34-FE63-9197-7085-08291231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956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27BD-CBCE-3624-0CED-89DC25371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506D4-95A4-DBEA-5E34-38C10E2B1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7DD3C-E42B-761A-A9DE-CB196896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EA805-4DE8-8F35-EBA5-DA36E9B0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C62F3-6718-901D-4116-19F01643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891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5CB20B-F5D3-8503-6672-DF76FDE92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50A10-7083-70CD-93A7-C26555D53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E2F54-0C76-EE37-4F31-2A8DBB045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B2108-7483-A491-DE66-FDE660A2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B1C49-2712-B059-65FB-0EEA75A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28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208B4F-324F-FCDC-5224-1C7DCA83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E31DA-4C09-5EB3-D914-9CD57C86A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AF5E0-B004-6FE3-30A6-795D0162D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CE45F-57EE-4BC2-9F4B-3080346A0ECF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7AF30-B7F4-A1DC-C965-0A0A98A86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B9F41-E577-0CFE-252E-CFB77EE87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22351-C65A-48FC-B973-F22865E82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102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0A62-B0B1-A689-A314-6D157EFF56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2FD3C-09D0-5E83-E154-91F4F6B58C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93E88-D29E-27BE-759F-0F9868C5C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687"/>
            <a:ext cx="12192000" cy="60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52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66D36D-3698-5051-47F5-9C4521CC1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204" y="643648"/>
            <a:ext cx="7521592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9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C17E76-3133-1F05-9844-8ED3FE6D4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134" y="1981074"/>
            <a:ext cx="6835732" cy="2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44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2026-10-04T11:27:09Z</dcterms:created>
  <dcterms:modified xsi:type="dcterms:W3CDTF">2026-10-04T11:27:38Z</dcterms:modified>
</cp:coreProperties>
</file>