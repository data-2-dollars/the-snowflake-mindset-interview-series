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5BCE-7446-8991-140A-B1538159A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2BCE84-169E-68F7-3686-8C1794102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F7417-7591-2C25-E344-B80A478F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E3B5-DA49-46E2-8DA7-BC6A4F6EB86C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10783-FA36-F26B-3A2B-725F3E9DF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5FEA9-2CB6-9448-98BF-C56D085B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6157-B54A-432B-AC0F-6C3F3275D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37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BF4E-23BC-660C-B5C9-A5519C1AF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A2952-C958-4EA0-C236-9EFA6F85D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47A26-E992-AD20-3654-0ABFCEF2A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E3B5-DA49-46E2-8DA7-BC6A4F6EB86C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C6EA2-D4B8-A1E1-9609-F0A2EFB42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88A98-BEA3-E26A-1F56-374CF5B76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6157-B54A-432B-AC0F-6C3F3275D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818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71B0A-D5E2-0EFF-83D3-F0D1B5FA0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2BC55-B549-CCD9-77C8-296D298E1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ACB4E-A784-AF4D-8D7D-B6538C1DF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E3B5-DA49-46E2-8DA7-BC6A4F6EB86C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ACC8-FEB2-2B56-E7AC-8250015DC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C714B-C336-465E-2BB6-60975F606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6157-B54A-432B-AC0F-6C3F3275D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345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33D8-A3ED-6A13-A34F-1629BAF5E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3F3A2-B40C-D3B6-6B97-DAE9BAA1DE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38FAF-3F65-D2F3-21B3-E60A45C48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F3A81-0EE0-452A-7CB8-F8F61ECB7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E3B5-DA49-46E2-8DA7-BC6A4F6EB86C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3CFF1-434A-225A-DEBF-B44B35722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9B3AC-7D87-7C51-BA77-6A9404D5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6157-B54A-432B-AC0F-6C3F3275D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341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8608A-63BA-AC68-510C-DF5128C70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2C51C-4B25-285D-9213-094CB0516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C7231-7786-58C1-9A2F-786AA0BF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140045-DED4-2CA1-51E1-BF56ABEEA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274F3F-7D74-B097-62EF-69ADD382B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238D98-D89B-083F-0F6B-85F6977D8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E3B5-DA49-46E2-8DA7-BC6A4F6EB86C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087AC9-1A9E-D53A-AFD5-0365AD9A6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F1481B-0BCF-E56F-9FBA-5B9939C09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6157-B54A-432B-AC0F-6C3F3275D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30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12208-A218-2C1D-148B-81C6AF5D4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C4F896-3F5A-7100-EA4F-B32A5E6F4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E3B5-DA49-46E2-8DA7-BC6A4F6EB86C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79CEB-396B-A6A5-9105-16D3B8DB8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25D540-9CCD-8B54-9F9A-4C2AD911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6157-B54A-432B-AC0F-6C3F3275D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052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BD75F7-E9A5-E024-4E2C-D2A3F1945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E3B5-DA49-46E2-8DA7-BC6A4F6EB86C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CB7035-5F85-DB47-3FA3-8D16769A0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4057A-92E4-C461-826D-BFC5B2681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6157-B54A-432B-AC0F-6C3F3275D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640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B24D5-F4B3-72A5-C40E-DEF928733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97CF3-8B2B-02DE-722F-0CC90F3C0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0C302-4D20-E5C3-A819-CA6BEE388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B3D8A-CED9-F2B6-3C75-D20552565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E3B5-DA49-46E2-8DA7-BC6A4F6EB86C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FA385-23E2-9A29-E5F4-634F7044F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61542-1E55-BB92-9EAA-061CCC722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6157-B54A-432B-AC0F-6C3F3275D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995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0979C-B762-DFE3-CC77-89CF97053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BFCE6E-ACED-C959-B5E2-E806F1350E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9DF84-6990-C0EE-C2C0-1BB19C53E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63299-FB91-1B06-E11D-90EE70F71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E3B5-DA49-46E2-8DA7-BC6A4F6EB86C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CEAE6-260B-B650-FFBA-69CE97A2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B72E1-9FD5-3AA3-7D80-8AB1C5EE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6157-B54A-432B-AC0F-6C3F3275D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437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86E81-C35F-4B59-3B1B-09D8C7D2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ABC43-F8C0-9872-3327-94C9ACAC9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A964D-E308-11F3-1505-F52B189E0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E3B5-DA49-46E2-8DA7-BC6A4F6EB86C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F6168-91B8-6969-9547-9A7EC61D3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E860B-A3C6-95D1-C0C4-75F3C976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6157-B54A-432B-AC0F-6C3F3275D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56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2A30BB-ADA5-EEF2-20AA-33EB810092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8056B9-19DB-2C6A-AAC7-B3471A92F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3E0E8-1461-4E64-5443-7D737E343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E3B5-DA49-46E2-8DA7-BC6A4F6EB86C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3AEB2-4D88-462F-9D7E-219D85469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52EA5-354B-1F3B-71C9-7FC1CB47E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06157-B54A-432B-AC0F-6C3F3275D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282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579F2C-0DB6-478D-247F-61635A4B7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F5273-D2EB-D284-8ED4-5F91E027C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8ABD6-E9AD-CF17-7979-F7A19FD5F5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CE3B5-DA49-46E2-8DA7-BC6A4F6EB86C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7C8F0-2EF9-09FE-9A29-F1F465D07B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7D018-53DB-6592-DB3C-8D85098C0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306157-B54A-432B-AC0F-6C3F3275D0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07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56C688-7C6C-CBB2-8FBA-DD1F2D73A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53" y="395283"/>
            <a:ext cx="10239826" cy="573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158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73E055-9A4B-1E1E-9C60-4A93663AC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16" y="523951"/>
            <a:ext cx="10354803" cy="581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355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2026-08-01T13:51:14Z</dcterms:created>
  <dcterms:modified xsi:type="dcterms:W3CDTF">2026-08-01T13:51:54Z</dcterms:modified>
</cp:coreProperties>
</file>