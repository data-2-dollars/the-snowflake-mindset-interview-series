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4E23-FE1B-4ECE-C71E-7348EBE8F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7F6C7-E05C-C189-F93A-BE9DEDD84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3BB07-718E-363B-D302-CF7293B7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60801-0570-9039-558F-123EC325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F241B-3650-A52E-1369-42568F02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93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306B-9DA8-98CD-0DFF-E0BC2A163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C4293-0E5A-3D41-250B-A283E3AC7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DA355-47E2-38EB-9429-24B4EAF4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14ECF-CACA-3215-7958-940388D9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4DECB-5ACD-4834-1A5B-7E0C6436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21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F137-3502-6D26-09CC-6359BF510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76FC1-5CF2-BCED-43F3-EB2BAB97F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254B4-8F9D-98D3-25AB-46D0C2B4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45515-BA2E-AA7C-73F8-ABFFCCFF5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C7F8D-36D1-D2F5-38A2-2C0E3655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86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CD59-3F0C-D511-F9D1-5413EC26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79652-F21C-FD93-7B2E-E6BDF4BD5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34ABE-43D1-7918-7275-EF7073660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7940-F0E3-1F5A-B514-84BF76E3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61D9E-86F1-E28A-F640-820CDB3C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16C8E-2B52-6C3E-AC3A-0DC72E38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70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8DB9-41DC-783A-2E19-8926BD5FD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E922B-A955-5FED-C130-227F4399C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8F4F3-9B9C-F8E4-CF9F-E81273220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D118B-AB4C-A51A-ACD2-C49A6FE9F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DFEE0-83BC-606A-406A-66570F2E9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D0510-84C7-D05A-B725-9745348C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91FF5-13AA-6BB7-691D-4E569E68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E02794-D39E-2459-F489-2A41E34F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46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C406-6754-3F30-5EB9-0E4838A2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04B6A-E358-654F-7584-E30F9245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DA9C1-2EF3-D962-096C-A18C1D4AB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3AC19-C294-17CB-F6DF-E5A398A46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54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C4E6E-4837-1C71-1003-9E728DDD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71316-5A44-6A91-AF5E-0209E04B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868C0-E126-1AF3-696A-1D25AF97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54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C1550-9223-93F4-F2D2-77FDF6373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6544B-20CC-1D63-852D-74786BC3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91295-33D3-C9B4-E5E6-BA11BDFE3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94FC0-11A4-B419-0575-E7D92DCC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4D62C-6329-2502-98C8-9ACBCBC2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64E85-0BA0-0628-57BD-7BB6BA46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53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E472-0C8B-69D7-DA90-DCD43734B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AAC8DB-30F4-CACD-8A40-D4D75166A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7993C-554F-120E-BEAC-AA8E14374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FBE22-AA26-7C90-D3AE-B172A01C5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CC189-FC24-5B34-087F-730A989D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09DFC-68ED-FD44-F4E3-419F03777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583A-C390-FF00-0A34-C3D046477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6CBDB-A2F6-701C-5706-C160A4CE3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71895-25F5-57A7-C79B-E9D244348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73FF4-6C35-F535-D815-EA919EB5A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F2221-6991-C2CE-12D1-27AA6C77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1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3B2914-D316-1FC6-AF37-EE6F0E653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83A75-F888-245F-3603-E4A68A7DF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707EF-C456-3AFF-FA31-AE513EDDB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23C08-86FD-BE4C-7989-6BB11C7EF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2F6CB-F2FE-D527-E794-C2E03D3C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13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96C13F-AF58-AF10-616C-02BB97CE0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5E6F-4877-C8EF-24E4-8ECB59957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DEA3D-FE6D-8530-ABCA-6ED87CA20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4A258-D9F1-4176-BCB2-4ED0BE3062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CACCC-71F9-1E91-BC8A-B35A5BBAE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DA122-14BB-8B2C-C8AB-0DE3C645C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C46B7-C1F1-4BE1-83BC-57EDA487F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91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FB21EC-6926-5EA8-B22B-B4B8AAE5E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06" y="325178"/>
            <a:ext cx="7020987" cy="480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2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CE53E-DC27-FEC7-C241-EDE08C2CC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7700"/>
            <a:ext cx="12192000" cy="360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63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2026-07-18T07:59:35Z</dcterms:created>
  <dcterms:modified xsi:type="dcterms:W3CDTF">2026-07-18T08:00:44Z</dcterms:modified>
</cp:coreProperties>
</file>