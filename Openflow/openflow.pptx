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77C4A-8DCB-5E18-C993-3820F6F7C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3B6D86-134D-4714-7979-62E3922D6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2BE2C-E8A0-07B7-167E-ED3EAA91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540F-06F8-4F8F-85A3-17B49814226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E2B2E-C5F4-0F7C-FC69-2D304606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111E6-C4F5-083B-8313-7755B487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1DDA-DED2-442D-AF29-075114731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594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114F3-49EE-F335-C860-C41BB3C5D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E03C8-535D-F2ED-E029-B8CC344C5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AF984-16DA-1A2F-BED7-9264A7E4B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540F-06F8-4F8F-85A3-17B49814226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845E0-8901-145D-2478-742ACE2B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F377E1-FD7A-CD26-BBB0-BA2F0E228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1DDA-DED2-442D-AF29-075114731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008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32456-7FF7-D918-1C20-D87E963BA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2FE756-5FE8-26AE-2ECF-5D0364E313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C93AB3-3CD3-C8E3-BBCB-921FE9464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540F-06F8-4F8F-85A3-17B49814226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AD8DE-BF23-3A53-3EAA-4E4EE89AE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E577F-CAF3-6D33-A50D-CFF81801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1DDA-DED2-442D-AF29-075114731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9273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34AC-14C6-DAC3-57FF-FDD9F81B3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8E3872-39EA-66F6-6B83-1BD3D6CE12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99C09-C61B-E3CB-ADBA-8AAF8F3A2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3701AA-CA5D-544D-D07F-DF60F4FE3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540F-06F8-4F8F-85A3-17B49814226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F4046-BF07-B3F7-5926-09073CDC5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270F66-DB44-A20E-2833-F9F43077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1DDA-DED2-442D-AF29-075114731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25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172FF-14EC-6898-FDBA-7DB2744DE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5D8D9-A95D-8EC4-098F-469FFBEF8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A45F53-B184-9891-901C-504104485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180125-0C10-29D9-CC70-C8EEC6C29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90430-6028-2720-4D7A-D4BE0EEA81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CD06AD-842E-285C-96FD-11C3D16FF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540F-06F8-4F8F-85A3-17B49814226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897BE-9EF4-265D-CC35-2A4673C9D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AD3C83-6F33-250D-5591-A554A087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1DDA-DED2-442D-AF29-075114731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5343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A9DD9-2C0F-1E90-815F-29DC44486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E5AD77-07F4-350A-8C2D-937177BEB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540F-06F8-4F8F-85A3-17B49814226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41FB2D-3522-0D40-79E8-921470A78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31808-A49A-F065-7C71-A88858E9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1DDA-DED2-442D-AF29-075114731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792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4D3FA2-5528-C76F-B12A-D3EE70FDE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540F-06F8-4F8F-85A3-17B49814226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01F32D-8792-AA8F-946C-B65FB050B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3DE7C5-0408-9B49-F8CA-25172F871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1DDA-DED2-442D-AF29-075114731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655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5DA93-317D-E59D-A283-D6E5F180D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9D1B7-A506-C7D0-8DE8-8C4AF665F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42D194-7EF4-E3A5-80C4-67B491067C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9192D6-4468-E420-85D3-4A07EC6EC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540F-06F8-4F8F-85A3-17B49814226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038F8-280C-7046-C6EC-FD859BC0E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0C344-B159-55BE-83C2-6C710F004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1DDA-DED2-442D-AF29-075114731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807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764F9-43C8-006B-9B06-AC7EDFD34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DD1FC5-EDAD-1DEB-D70C-0049BC578E9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3D8F04-AC5D-3BC9-63C3-F6D2765C6F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B9A0C8-9E1B-2897-CF03-5D5636121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540F-06F8-4F8F-85A3-17B49814226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20C224-40CB-BE04-6D18-94065E8DC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EC4343-34AA-E644-9086-FF02FB119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1DDA-DED2-442D-AF29-075114731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255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82441-E23E-9D3B-F886-4AD53D6D4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7F06FC-34B9-7D57-8222-AEEAB07D56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BB938-D73B-652E-2A6B-4EB6F2B77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540F-06F8-4F8F-85A3-17B49814226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5D362-B0C8-9A0E-FE8A-018689731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C0CB7-B880-FD52-3281-9DC7E8691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1DDA-DED2-442D-AF29-075114731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31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5110DB-E9BC-F747-3B6A-7230875EA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146BE5-5C71-2560-93DA-440DB44D79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E8CC9-FB65-2B00-FD60-71EC1B72E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D540F-06F8-4F8F-85A3-17B49814226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A9F44-0F11-BBD1-C049-6A120A952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B73F4-C199-78E7-F74D-F0EB7E740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91DDA-DED2-442D-AF29-075114731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821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E6C8A9-50C2-809F-48DB-A89AD881F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D087F-3D7C-5DC2-8BAE-FFEFABC9E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5EE8B-EBA6-1940-55DB-8B2EB06B5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D540F-06F8-4F8F-85A3-17B49814226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64C24-681D-1739-7EF4-50ABDDE243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B0396-6D78-FB51-2086-A3BF1695BD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91DDA-DED2-442D-AF29-075114731C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447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652C4-EDCF-5029-8CBC-77F1CABF50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24113-7F56-C897-DA79-3243F12C8E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7F894D-D677-5163-F1FA-80A8D484D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588" y="914182"/>
            <a:ext cx="10188823" cy="50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97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14442F-52C6-DC9A-6380-3242CB6B8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154" y="238127"/>
            <a:ext cx="8635598" cy="534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15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D08F55-E262-F4CD-4141-3C8CEDA0C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650" y="1009440"/>
            <a:ext cx="6454699" cy="483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470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2026-10-02T07:53:59Z</dcterms:created>
  <dcterms:modified xsi:type="dcterms:W3CDTF">2026-10-02T07:54:06Z</dcterms:modified>
</cp:coreProperties>
</file>